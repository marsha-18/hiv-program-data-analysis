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5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7" r:id="rId12"/>
    <p:sldId id="268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69" autoAdjust="0"/>
  </p:normalViewPr>
  <p:slideViewPr>
    <p:cSldViewPr snapToGrid="0">
      <p:cViewPr>
        <p:scale>
          <a:sx n="66" d="100"/>
          <a:sy n="66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na kemboi" userId="a7c9ba4e8a2c8fd6" providerId="LiveId" clId="{D6136C6F-569E-47E4-B7B5-45779AD99402}"/>
    <pc:docChg chg="custSel addSld delSld modSld sldOrd modMainMaster">
      <pc:chgData name="lorna kemboi" userId="a7c9ba4e8a2c8fd6" providerId="LiveId" clId="{D6136C6F-569E-47E4-B7B5-45779AD99402}" dt="2026-10-22T14:21:17.064" v="1818" actId="1076"/>
      <pc:docMkLst>
        <pc:docMk/>
      </pc:docMkLst>
      <pc:sldChg chg="modSp new mod">
        <pc:chgData name="lorna kemboi" userId="a7c9ba4e8a2c8fd6" providerId="LiveId" clId="{D6136C6F-569E-47E4-B7B5-45779AD99402}" dt="2026-10-21T21:21:00.021" v="189" actId="27636"/>
        <pc:sldMkLst>
          <pc:docMk/>
          <pc:sldMk cId="3518364856" sldId="256"/>
        </pc:sldMkLst>
        <pc:spChg chg="mod">
          <ac:chgData name="lorna kemboi" userId="a7c9ba4e8a2c8fd6" providerId="LiveId" clId="{D6136C6F-569E-47E4-B7B5-45779AD99402}" dt="2026-10-21T21:20:37.464" v="172" actId="27636"/>
          <ac:spMkLst>
            <pc:docMk/>
            <pc:sldMk cId="3518364856" sldId="256"/>
            <ac:spMk id="2" creationId="{D164114D-9355-3C0C-8044-F4E084C3B857}"/>
          </ac:spMkLst>
        </pc:spChg>
        <pc:spChg chg="mod">
          <ac:chgData name="lorna kemboi" userId="a7c9ba4e8a2c8fd6" providerId="LiveId" clId="{D6136C6F-569E-47E4-B7B5-45779AD99402}" dt="2026-10-21T21:21:00.021" v="189" actId="27636"/>
          <ac:spMkLst>
            <pc:docMk/>
            <pc:sldMk cId="3518364856" sldId="256"/>
            <ac:spMk id="3" creationId="{BFCACC4F-95B3-1FD6-6F29-0D1647C315B1}"/>
          </ac:spMkLst>
        </pc:spChg>
      </pc:sldChg>
      <pc:sldChg chg="modSp new mod ord">
        <pc:chgData name="lorna kemboi" userId="a7c9ba4e8a2c8fd6" providerId="LiveId" clId="{D6136C6F-569E-47E4-B7B5-45779AD99402}" dt="2026-10-22T10:36:43.184" v="1340" actId="14100"/>
        <pc:sldMkLst>
          <pc:docMk/>
          <pc:sldMk cId="3196259332" sldId="257"/>
        </pc:sldMkLst>
        <pc:spChg chg="mod">
          <ac:chgData name="lorna kemboi" userId="a7c9ba4e8a2c8fd6" providerId="LiveId" clId="{D6136C6F-569E-47E4-B7B5-45779AD99402}" dt="2026-10-22T10:36:34.774" v="1338" actId="20577"/>
          <ac:spMkLst>
            <pc:docMk/>
            <pc:sldMk cId="3196259332" sldId="257"/>
            <ac:spMk id="2" creationId="{FDCFA750-5BB9-2970-7B11-9C8D5E6E8DB9}"/>
          </ac:spMkLst>
        </pc:spChg>
        <pc:spChg chg="mod">
          <ac:chgData name="lorna kemboi" userId="a7c9ba4e8a2c8fd6" providerId="LiveId" clId="{D6136C6F-569E-47E4-B7B5-45779AD99402}" dt="2026-10-22T10:36:43.184" v="1340" actId="14100"/>
          <ac:spMkLst>
            <pc:docMk/>
            <pc:sldMk cId="3196259332" sldId="257"/>
            <ac:spMk id="3" creationId="{A5E60354-2C27-CC68-3818-F0DFC417C0F6}"/>
          </ac:spMkLst>
        </pc:spChg>
      </pc:sldChg>
      <pc:sldChg chg="addSp modSp new del mod ord">
        <pc:chgData name="lorna kemboi" userId="a7c9ba4e8a2c8fd6" providerId="LiveId" clId="{D6136C6F-569E-47E4-B7B5-45779AD99402}" dt="2026-10-22T12:11:08.417" v="1535" actId="2696"/>
        <pc:sldMkLst>
          <pc:docMk/>
          <pc:sldMk cId="2984251425" sldId="258"/>
        </pc:sldMkLst>
        <pc:spChg chg="mod">
          <ac:chgData name="lorna kemboi" userId="a7c9ba4e8a2c8fd6" providerId="LiveId" clId="{D6136C6F-569E-47E4-B7B5-45779AD99402}" dt="2026-10-22T12:10:14.377" v="1531" actId="14100"/>
          <ac:spMkLst>
            <pc:docMk/>
            <pc:sldMk cId="2984251425" sldId="258"/>
            <ac:spMk id="2" creationId="{565BCC27-51EF-36A3-CD27-B1948716446F}"/>
          </ac:spMkLst>
        </pc:spChg>
        <pc:spChg chg="mod">
          <ac:chgData name="lorna kemboi" userId="a7c9ba4e8a2c8fd6" providerId="LiveId" clId="{D6136C6F-569E-47E4-B7B5-45779AD99402}" dt="2026-10-22T12:10:29.887" v="1534" actId="1076"/>
          <ac:spMkLst>
            <pc:docMk/>
            <pc:sldMk cId="2984251425" sldId="258"/>
            <ac:spMk id="3" creationId="{E807CA75-F764-D09C-EF08-430224B31E11}"/>
          </ac:spMkLst>
        </pc:spChg>
        <pc:spChg chg="add mod">
          <ac:chgData name="lorna kemboi" userId="a7c9ba4e8a2c8fd6" providerId="LiveId" clId="{D6136C6F-569E-47E4-B7B5-45779AD99402}" dt="2026-10-22T12:10:19.792" v="1533" actId="20577"/>
          <ac:spMkLst>
            <pc:docMk/>
            <pc:sldMk cId="2984251425" sldId="258"/>
            <ac:spMk id="6" creationId="{B640B2CA-29E6-E9E3-A4A6-C3BB2685123D}"/>
          </ac:spMkLst>
        </pc:spChg>
        <pc:graphicFrameChg chg="add mod">
          <ac:chgData name="lorna kemboi" userId="a7c9ba4e8a2c8fd6" providerId="LiveId" clId="{D6136C6F-569E-47E4-B7B5-45779AD99402}" dt="2026-10-22T12:09:49.846" v="1527"/>
          <ac:graphicFrameMkLst>
            <pc:docMk/>
            <pc:sldMk cId="2984251425" sldId="258"/>
            <ac:graphicFrameMk id="4" creationId="{FEF1F720-04D5-0E15-111F-AD44B9EE46B6}"/>
          </ac:graphicFrameMkLst>
        </pc:graphicFrameChg>
      </pc:sldChg>
      <pc:sldChg chg="modSp new mod">
        <pc:chgData name="lorna kemboi" userId="a7c9ba4e8a2c8fd6" providerId="LiveId" clId="{D6136C6F-569E-47E4-B7B5-45779AD99402}" dt="2026-10-22T10:45:47.338" v="1378" actId="20577"/>
        <pc:sldMkLst>
          <pc:docMk/>
          <pc:sldMk cId="225101313" sldId="259"/>
        </pc:sldMkLst>
        <pc:spChg chg="mod">
          <ac:chgData name="lorna kemboi" userId="a7c9ba4e8a2c8fd6" providerId="LiveId" clId="{D6136C6F-569E-47E4-B7B5-45779AD99402}" dt="2026-10-22T10:44:31.077" v="1363" actId="14100"/>
          <ac:spMkLst>
            <pc:docMk/>
            <pc:sldMk cId="225101313" sldId="259"/>
            <ac:spMk id="2" creationId="{039294B4-A702-C2E5-AD7D-8D44BD72B2BB}"/>
          </ac:spMkLst>
        </pc:spChg>
        <pc:spChg chg="mod">
          <ac:chgData name="lorna kemboi" userId="a7c9ba4e8a2c8fd6" providerId="LiveId" clId="{D6136C6F-569E-47E4-B7B5-45779AD99402}" dt="2026-10-22T10:45:47.338" v="1378" actId="20577"/>
          <ac:spMkLst>
            <pc:docMk/>
            <pc:sldMk cId="225101313" sldId="259"/>
            <ac:spMk id="3" creationId="{ECACEA9E-A6FC-EE47-0AE1-4B4A52635886}"/>
          </ac:spMkLst>
        </pc:spChg>
      </pc:sldChg>
      <pc:sldChg chg="modSp new mod ord">
        <pc:chgData name="lorna kemboi" userId="a7c9ba4e8a2c8fd6" providerId="LiveId" clId="{D6136C6F-569E-47E4-B7B5-45779AD99402}" dt="2026-10-22T10:48:51.038" v="1398" actId="14100"/>
        <pc:sldMkLst>
          <pc:docMk/>
          <pc:sldMk cId="630333045" sldId="260"/>
        </pc:sldMkLst>
        <pc:spChg chg="mod">
          <ac:chgData name="lorna kemboi" userId="a7c9ba4e8a2c8fd6" providerId="LiveId" clId="{D6136C6F-569E-47E4-B7B5-45779AD99402}" dt="2026-10-21T21:28:39.220" v="225" actId="27636"/>
          <ac:spMkLst>
            <pc:docMk/>
            <pc:sldMk cId="630333045" sldId="260"/>
            <ac:spMk id="2" creationId="{51E1A6E7-7BA0-BF7D-3A7A-7F5415BFB243}"/>
          </ac:spMkLst>
        </pc:spChg>
        <pc:spChg chg="mod">
          <ac:chgData name="lorna kemboi" userId="a7c9ba4e8a2c8fd6" providerId="LiveId" clId="{D6136C6F-569E-47E4-B7B5-45779AD99402}" dt="2026-10-22T10:48:51.038" v="1398" actId="14100"/>
          <ac:spMkLst>
            <pc:docMk/>
            <pc:sldMk cId="630333045" sldId="260"/>
            <ac:spMk id="3" creationId="{4FBD18AD-8303-91EF-8BBC-36E24D46F191}"/>
          </ac:spMkLst>
        </pc:spChg>
      </pc:sldChg>
      <pc:sldChg chg="addSp delSp modSp new mod ord">
        <pc:chgData name="lorna kemboi" userId="a7c9ba4e8a2c8fd6" providerId="LiveId" clId="{D6136C6F-569E-47E4-B7B5-45779AD99402}" dt="2026-10-22T11:08:55.304" v="1448" actId="14100"/>
        <pc:sldMkLst>
          <pc:docMk/>
          <pc:sldMk cId="3466281832" sldId="261"/>
        </pc:sldMkLst>
        <pc:spChg chg="mod">
          <ac:chgData name="lorna kemboi" userId="a7c9ba4e8a2c8fd6" providerId="LiveId" clId="{D6136C6F-569E-47E4-B7B5-45779AD99402}" dt="2026-10-22T08:57:25.620" v="798" actId="14100"/>
          <ac:spMkLst>
            <pc:docMk/>
            <pc:sldMk cId="3466281832" sldId="261"/>
            <ac:spMk id="2" creationId="{AED1321B-6FA5-8914-6349-5C2F3DFF2D92}"/>
          </ac:spMkLst>
        </pc:spChg>
        <pc:spChg chg="mod">
          <ac:chgData name="lorna kemboi" userId="a7c9ba4e8a2c8fd6" providerId="LiveId" clId="{D6136C6F-569E-47E4-B7B5-45779AD99402}" dt="2026-10-22T11:01:28.904" v="1424" actId="14100"/>
          <ac:spMkLst>
            <pc:docMk/>
            <pc:sldMk cId="3466281832" sldId="261"/>
            <ac:spMk id="3" creationId="{EFBE7686-3B26-4B32-F829-BBBE4615F1AC}"/>
          </ac:spMkLst>
        </pc:spChg>
        <pc:spChg chg="add del mod">
          <ac:chgData name="lorna kemboi" userId="a7c9ba4e8a2c8fd6" providerId="LiveId" clId="{D6136C6F-569E-47E4-B7B5-45779AD99402}" dt="2026-10-22T11:01:09.605" v="1422"/>
          <ac:spMkLst>
            <pc:docMk/>
            <pc:sldMk cId="3466281832" sldId="261"/>
            <ac:spMk id="7" creationId="{6A0E619D-7ECE-5F9B-EBEF-FA023C3FF67A}"/>
          </ac:spMkLst>
        </pc:spChg>
        <pc:picChg chg="add del mod">
          <ac:chgData name="lorna kemboi" userId="a7c9ba4e8a2c8fd6" providerId="LiveId" clId="{D6136C6F-569E-47E4-B7B5-45779AD99402}" dt="2026-10-22T11:01:09.598" v="1420" actId="21"/>
          <ac:picMkLst>
            <pc:docMk/>
            <pc:sldMk cId="3466281832" sldId="261"/>
            <ac:picMk id="5" creationId="{C5F9A57E-B572-3E9E-9226-AA9562F441E7}"/>
          </ac:picMkLst>
        </pc:picChg>
        <pc:picChg chg="add mod">
          <ac:chgData name="lorna kemboi" userId="a7c9ba4e8a2c8fd6" providerId="LiveId" clId="{D6136C6F-569E-47E4-B7B5-45779AD99402}" dt="2026-10-22T11:08:55.304" v="1448" actId="14100"/>
          <ac:picMkLst>
            <pc:docMk/>
            <pc:sldMk cId="3466281832" sldId="261"/>
            <ac:picMk id="9" creationId="{B0733080-700B-2FCA-C3A2-13B757C98B95}"/>
          </ac:picMkLst>
        </pc:picChg>
        <pc:picChg chg="add mod">
          <ac:chgData name="lorna kemboi" userId="a7c9ba4e8a2c8fd6" providerId="LiveId" clId="{D6136C6F-569E-47E4-B7B5-45779AD99402}" dt="2026-10-22T11:04:27.272" v="1441" actId="1076"/>
          <ac:picMkLst>
            <pc:docMk/>
            <pc:sldMk cId="3466281832" sldId="261"/>
            <ac:picMk id="11" creationId="{F03D066F-E9CE-F228-462A-7E684108C48F}"/>
          </ac:picMkLst>
        </pc:picChg>
        <pc:picChg chg="add del mod">
          <ac:chgData name="lorna kemboi" userId="a7c9ba4e8a2c8fd6" providerId="LiveId" clId="{D6136C6F-569E-47E4-B7B5-45779AD99402}" dt="2026-10-22T11:08:23.649" v="1442" actId="478"/>
          <ac:picMkLst>
            <pc:docMk/>
            <pc:sldMk cId="3466281832" sldId="261"/>
            <ac:picMk id="13" creationId="{B27B6703-FC67-921A-1B36-3DD597B59648}"/>
          </ac:picMkLst>
        </pc:picChg>
        <pc:picChg chg="add mod">
          <ac:chgData name="lorna kemboi" userId="a7c9ba4e8a2c8fd6" providerId="LiveId" clId="{D6136C6F-569E-47E4-B7B5-45779AD99402}" dt="2026-10-22T11:08:46.299" v="1447" actId="14100"/>
          <ac:picMkLst>
            <pc:docMk/>
            <pc:sldMk cId="3466281832" sldId="261"/>
            <ac:picMk id="15" creationId="{DB1D81B0-9404-A40D-BD00-46152A9AB7D4}"/>
          </ac:picMkLst>
        </pc:picChg>
      </pc:sldChg>
      <pc:sldChg chg="addSp delSp modSp new mod ord">
        <pc:chgData name="lorna kemboi" userId="a7c9ba4e8a2c8fd6" providerId="LiveId" clId="{D6136C6F-569E-47E4-B7B5-45779AD99402}" dt="2026-10-22T11:38:00.999" v="1498" actId="14100"/>
        <pc:sldMkLst>
          <pc:docMk/>
          <pc:sldMk cId="4118099144" sldId="262"/>
        </pc:sldMkLst>
        <pc:spChg chg="mod">
          <ac:chgData name="lorna kemboi" userId="a7c9ba4e8a2c8fd6" providerId="LiveId" clId="{D6136C6F-569E-47E4-B7B5-45779AD99402}" dt="2026-10-22T11:38:00.999" v="1498" actId="14100"/>
          <ac:spMkLst>
            <pc:docMk/>
            <pc:sldMk cId="4118099144" sldId="262"/>
            <ac:spMk id="2" creationId="{2C5570DA-ED89-6E3A-EF48-FF0DAA904DC0}"/>
          </ac:spMkLst>
        </pc:spChg>
        <pc:spChg chg="mod">
          <ac:chgData name="lorna kemboi" userId="a7c9ba4e8a2c8fd6" providerId="LiveId" clId="{D6136C6F-569E-47E4-B7B5-45779AD99402}" dt="2026-10-22T11:37:17.129" v="1492" actId="21"/>
          <ac:spMkLst>
            <pc:docMk/>
            <pc:sldMk cId="4118099144" sldId="262"/>
            <ac:spMk id="3" creationId="{2A10958A-ABF2-75AA-398D-D503C38D62E8}"/>
          </ac:spMkLst>
        </pc:spChg>
        <pc:cxnChg chg="add del">
          <ac:chgData name="lorna kemboi" userId="a7c9ba4e8a2c8fd6" providerId="LiveId" clId="{D6136C6F-569E-47E4-B7B5-45779AD99402}" dt="2026-10-21T21:53:39.898" v="656" actId="478"/>
          <ac:cxnSpMkLst>
            <pc:docMk/>
            <pc:sldMk cId="4118099144" sldId="262"/>
            <ac:cxnSpMk id="5" creationId="{BEBBFB5D-38E2-489E-CC34-6BECE7710FBE}"/>
          </ac:cxnSpMkLst>
        </pc:cxnChg>
        <pc:cxnChg chg="add del">
          <ac:chgData name="lorna kemboi" userId="a7c9ba4e8a2c8fd6" providerId="LiveId" clId="{D6136C6F-569E-47E4-B7B5-45779AD99402}" dt="2026-10-21T21:51:43.103" v="574" actId="478"/>
          <ac:cxnSpMkLst>
            <pc:docMk/>
            <pc:sldMk cId="4118099144" sldId="262"/>
            <ac:cxnSpMk id="7" creationId="{6669712E-295E-3DDC-06D9-D20E4A561E7B}"/>
          </ac:cxnSpMkLst>
        </pc:cxnChg>
        <pc:cxnChg chg="add del mod">
          <ac:chgData name="lorna kemboi" userId="a7c9ba4e8a2c8fd6" providerId="LiveId" clId="{D6136C6F-569E-47E4-B7B5-45779AD99402}" dt="2026-10-22T11:36:33.334" v="1486" actId="478"/>
          <ac:cxnSpMkLst>
            <pc:docMk/>
            <pc:sldMk cId="4118099144" sldId="262"/>
            <ac:cxnSpMk id="9" creationId="{B268F4F3-D2D3-D4CC-4D6A-0D4DF67BDEBB}"/>
          </ac:cxnSpMkLst>
        </pc:cxnChg>
        <pc:cxnChg chg="add del">
          <ac:chgData name="lorna kemboi" userId="a7c9ba4e8a2c8fd6" providerId="LiveId" clId="{D6136C6F-569E-47E4-B7B5-45779AD99402}" dt="2026-10-22T11:36:36.934" v="1487" actId="478"/>
          <ac:cxnSpMkLst>
            <pc:docMk/>
            <pc:sldMk cId="4118099144" sldId="262"/>
            <ac:cxnSpMk id="11" creationId="{AC9C915D-4D14-F7CE-5D8A-5EBB812416F1}"/>
          </ac:cxnSpMkLst>
        </pc:cxnChg>
      </pc:sldChg>
      <pc:sldChg chg="addSp delSp modSp new mod ord">
        <pc:chgData name="lorna kemboi" userId="a7c9ba4e8a2c8fd6" providerId="LiveId" clId="{D6136C6F-569E-47E4-B7B5-45779AD99402}" dt="2026-10-22T11:48:57.359" v="1500"/>
        <pc:sldMkLst>
          <pc:docMk/>
          <pc:sldMk cId="1211442594" sldId="263"/>
        </pc:sldMkLst>
        <pc:spChg chg="mod">
          <ac:chgData name="lorna kemboi" userId="a7c9ba4e8a2c8fd6" providerId="LiveId" clId="{D6136C6F-569E-47E4-B7B5-45779AD99402}" dt="2026-10-22T09:33:10.792" v="803" actId="1076"/>
          <ac:spMkLst>
            <pc:docMk/>
            <pc:sldMk cId="1211442594" sldId="263"/>
            <ac:spMk id="2" creationId="{2A15C2F0-D76B-547B-D4C1-121C9FCAC503}"/>
          </ac:spMkLst>
        </pc:spChg>
        <pc:spChg chg="mod">
          <ac:chgData name="lorna kemboi" userId="a7c9ba4e8a2c8fd6" providerId="LiveId" clId="{D6136C6F-569E-47E4-B7B5-45779AD99402}" dt="2026-10-22T09:33:38.390" v="806" actId="20577"/>
          <ac:spMkLst>
            <pc:docMk/>
            <pc:sldMk cId="1211442594" sldId="263"/>
            <ac:spMk id="3" creationId="{D58546BA-2FBD-EDE3-5301-F54016E2B7A6}"/>
          </ac:spMkLst>
        </pc:spChg>
        <pc:spChg chg="add del mod">
          <ac:chgData name="lorna kemboi" userId="a7c9ba4e8a2c8fd6" providerId="LiveId" clId="{D6136C6F-569E-47E4-B7B5-45779AD99402}" dt="2026-10-22T09:34:59.883" v="813"/>
          <ac:spMkLst>
            <pc:docMk/>
            <pc:sldMk cId="1211442594" sldId="263"/>
            <ac:spMk id="4" creationId="{F2D75CD3-AE3D-D3B6-21E7-50D561BB9F99}"/>
          </ac:spMkLst>
        </pc:spChg>
        <pc:spChg chg="add del mod">
          <ac:chgData name="lorna kemboi" userId="a7c9ba4e8a2c8fd6" providerId="LiveId" clId="{D6136C6F-569E-47E4-B7B5-45779AD99402}" dt="2026-10-22T09:34:59.883" v="815"/>
          <ac:spMkLst>
            <pc:docMk/>
            <pc:sldMk cId="1211442594" sldId="263"/>
            <ac:spMk id="5" creationId="{93AB92B5-578A-16FF-7E44-F77AA6CB9517}"/>
          </ac:spMkLst>
        </pc:spChg>
        <pc:spChg chg="add del mod">
          <ac:chgData name="lorna kemboi" userId="a7c9ba4e8a2c8fd6" providerId="LiveId" clId="{D6136C6F-569E-47E4-B7B5-45779AD99402}" dt="2026-10-22T09:34:59.883" v="817"/>
          <ac:spMkLst>
            <pc:docMk/>
            <pc:sldMk cId="1211442594" sldId="263"/>
            <ac:spMk id="6" creationId="{7E51615C-1081-5BF0-E56D-12971E21BF19}"/>
          </ac:spMkLst>
        </pc:spChg>
        <pc:spChg chg="add del mod">
          <ac:chgData name="lorna kemboi" userId="a7c9ba4e8a2c8fd6" providerId="LiveId" clId="{D6136C6F-569E-47E4-B7B5-45779AD99402}" dt="2026-10-22T09:37:54.757" v="825"/>
          <ac:spMkLst>
            <pc:docMk/>
            <pc:sldMk cId="1211442594" sldId="263"/>
            <ac:spMk id="7" creationId="{231385CD-2567-CC94-87E3-E361F37A09E1}"/>
          </ac:spMkLst>
        </pc:spChg>
        <pc:spChg chg="add del mod">
          <ac:chgData name="lorna kemboi" userId="a7c9ba4e8a2c8fd6" providerId="LiveId" clId="{D6136C6F-569E-47E4-B7B5-45779AD99402}" dt="2026-10-22T09:37:54.757" v="827"/>
          <ac:spMkLst>
            <pc:docMk/>
            <pc:sldMk cId="1211442594" sldId="263"/>
            <ac:spMk id="8" creationId="{6E4F90F6-9A0F-ECF7-D456-F217F2ACCC8D}"/>
          </ac:spMkLst>
        </pc:spChg>
        <pc:spChg chg="add mod">
          <ac:chgData name="lorna kemboi" userId="a7c9ba4e8a2c8fd6" providerId="LiveId" clId="{D6136C6F-569E-47E4-B7B5-45779AD99402}" dt="2026-10-22T09:48:56.241" v="1222" actId="12"/>
          <ac:spMkLst>
            <pc:docMk/>
            <pc:sldMk cId="1211442594" sldId="263"/>
            <ac:spMk id="9" creationId="{47F0EEF5-B42E-E444-D0AF-9EFBC3CAC83A}"/>
          </ac:spMkLst>
        </pc:spChg>
        <pc:spChg chg="add del mod">
          <ac:chgData name="lorna kemboi" userId="a7c9ba4e8a2c8fd6" providerId="LiveId" clId="{D6136C6F-569E-47E4-B7B5-45779AD99402}" dt="2026-10-22T09:39:56.952" v="850"/>
          <ac:spMkLst>
            <pc:docMk/>
            <pc:sldMk cId="1211442594" sldId="263"/>
            <ac:spMk id="10" creationId="{CDF9FE73-5FA6-C1FF-3EC8-4199DF871635}"/>
          </ac:spMkLst>
        </pc:spChg>
        <pc:spChg chg="add mod">
          <ac:chgData name="lorna kemboi" userId="a7c9ba4e8a2c8fd6" providerId="LiveId" clId="{D6136C6F-569E-47E4-B7B5-45779AD99402}" dt="2026-10-22T09:49:08.949" v="1223" actId="12"/>
          <ac:spMkLst>
            <pc:docMk/>
            <pc:sldMk cId="1211442594" sldId="263"/>
            <ac:spMk id="11" creationId="{219CC839-4AC8-B0C3-1473-405647B2664A}"/>
          </ac:spMkLst>
        </pc:spChg>
        <pc:spChg chg="add mod">
          <ac:chgData name="lorna kemboi" userId="a7c9ba4e8a2c8fd6" providerId="LiveId" clId="{D6136C6F-569E-47E4-B7B5-45779AD99402}" dt="2026-10-22T09:40:58.304" v="856" actId="1076"/>
          <ac:spMkLst>
            <pc:docMk/>
            <pc:sldMk cId="1211442594" sldId="263"/>
            <ac:spMk id="12" creationId="{720A19CD-247B-9D3E-9269-87756A27F196}"/>
          </ac:spMkLst>
        </pc:spChg>
        <pc:spChg chg="add mod">
          <ac:chgData name="lorna kemboi" userId="a7c9ba4e8a2c8fd6" providerId="LiveId" clId="{D6136C6F-569E-47E4-B7B5-45779AD99402}" dt="2026-10-22T09:48:44.502" v="1221" actId="207"/>
          <ac:spMkLst>
            <pc:docMk/>
            <pc:sldMk cId="1211442594" sldId="263"/>
            <ac:spMk id="13" creationId="{EF44A4BB-C05C-34FE-7AA5-B3C9682091F7}"/>
          </ac:spMkLst>
        </pc:spChg>
        <pc:spChg chg="add del mod">
          <ac:chgData name="lorna kemboi" userId="a7c9ba4e8a2c8fd6" providerId="LiveId" clId="{D6136C6F-569E-47E4-B7B5-45779AD99402}" dt="2026-10-22T09:43:48.935" v="1199"/>
          <ac:spMkLst>
            <pc:docMk/>
            <pc:sldMk cId="1211442594" sldId="263"/>
            <ac:spMk id="14" creationId="{A7BDA7B2-E982-4F8A-1C0F-9B64A0E5B534}"/>
          </ac:spMkLst>
        </pc:spChg>
        <pc:spChg chg="add mod">
          <ac:chgData name="lorna kemboi" userId="a7c9ba4e8a2c8fd6" providerId="LiveId" clId="{D6136C6F-569E-47E4-B7B5-45779AD99402}" dt="2026-10-22T09:48:25.572" v="1220" actId="207"/>
          <ac:spMkLst>
            <pc:docMk/>
            <pc:sldMk cId="1211442594" sldId="263"/>
            <ac:spMk id="15" creationId="{1741FB6D-3C9B-F24C-EFCE-0D2E79E12470}"/>
          </ac:spMkLst>
        </pc:spChg>
        <pc:spChg chg="add mod">
          <ac:chgData name="lorna kemboi" userId="a7c9ba4e8a2c8fd6" providerId="LiveId" clId="{D6136C6F-569E-47E4-B7B5-45779AD99402}" dt="2026-10-22T09:48:12.786" v="1219" actId="207"/>
          <ac:spMkLst>
            <pc:docMk/>
            <pc:sldMk cId="1211442594" sldId="263"/>
            <ac:spMk id="16" creationId="{50D098C8-E7B3-0ED1-0E85-715290581BE8}"/>
          </ac:spMkLst>
        </pc:spChg>
      </pc:sldChg>
      <pc:sldChg chg="addSp delSp modSp new del mod ord">
        <pc:chgData name="lorna kemboi" userId="a7c9ba4e8a2c8fd6" providerId="LiveId" clId="{D6136C6F-569E-47E4-B7B5-45779AD99402}" dt="2026-10-22T12:11:14.994" v="1536" actId="2696"/>
        <pc:sldMkLst>
          <pc:docMk/>
          <pc:sldMk cId="500349135" sldId="264"/>
        </pc:sldMkLst>
        <pc:spChg chg="mod">
          <ac:chgData name="lorna kemboi" userId="a7c9ba4e8a2c8fd6" providerId="LiveId" clId="{D6136C6F-569E-47E4-B7B5-45779AD99402}" dt="2026-10-22T10:04:23.580" v="1225" actId="14100"/>
          <ac:spMkLst>
            <pc:docMk/>
            <pc:sldMk cId="500349135" sldId="264"/>
            <ac:spMk id="2" creationId="{E637DD1E-4684-9DCF-D836-92C65046C6A7}"/>
          </ac:spMkLst>
        </pc:spChg>
        <pc:spChg chg="mod">
          <ac:chgData name="lorna kemboi" userId="a7c9ba4e8a2c8fd6" providerId="LiveId" clId="{D6136C6F-569E-47E4-B7B5-45779AD99402}" dt="2026-10-22T12:07:48.676" v="1506" actId="20577"/>
          <ac:spMkLst>
            <pc:docMk/>
            <pc:sldMk cId="500349135" sldId="264"/>
            <ac:spMk id="3" creationId="{BAD7FCF9-1085-736F-7575-95B417276D4E}"/>
          </ac:spMkLst>
        </pc:spChg>
        <pc:spChg chg="add del mod">
          <ac:chgData name="lorna kemboi" userId="a7c9ba4e8a2c8fd6" providerId="LiveId" clId="{D6136C6F-569E-47E4-B7B5-45779AD99402}" dt="2026-10-22T12:09:08.317" v="1515"/>
          <ac:spMkLst>
            <pc:docMk/>
            <pc:sldMk cId="500349135" sldId="264"/>
            <ac:spMk id="6" creationId="{AAE37BAB-8509-7A91-B321-EF1169BB90E0}"/>
          </ac:spMkLst>
        </pc:spChg>
        <pc:graphicFrameChg chg="add mod modGraphic">
          <ac:chgData name="lorna kemboi" userId="a7c9ba4e8a2c8fd6" providerId="LiveId" clId="{D6136C6F-569E-47E4-B7B5-45779AD99402}" dt="2026-10-22T12:09:00.231" v="1513" actId="14734"/>
          <ac:graphicFrameMkLst>
            <pc:docMk/>
            <pc:sldMk cId="500349135" sldId="264"/>
            <ac:graphicFrameMk id="4" creationId="{8E1DF06E-5C06-8069-D362-C72D56C24837}"/>
          </ac:graphicFrameMkLst>
        </pc:graphicFrameChg>
      </pc:sldChg>
      <pc:sldChg chg="modSp new del mod ord">
        <pc:chgData name="lorna kemboi" userId="a7c9ba4e8a2c8fd6" providerId="LiveId" clId="{D6136C6F-569E-47E4-B7B5-45779AD99402}" dt="2026-10-22T12:25:13.889" v="1688" actId="2696"/>
        <pc:sldMkLst>
          <pc:docMk/>
          <pc:sldMk cId="2807837948" sldId="265"/>
        </pc:sldMkLst>
        <pc:spChg chg="mod">
          <ac:chgData name="lorna kemboi" userId="a7c9ba4e8a2c8fd6" providerId="LiveId" clId="{D6136C6F-569E-47E4-B7B5-45779AD99402}" dt="2026-10-22T12:24:56.675" v="1687"/>
          <ac:spMkLst>
            <pc:docMk/>
            <pc:sldMk cId="2807837948" sldId="265"/>
            <ac:spMk id="2" creationId="{EB1C2692-D575-430C-DF3A-B4996A2F7FED}"/>
          </ac:spMkLst>
        </pc:spChg>
        <pc:spChg chg="mod">
          <ac:chgData name="lorna kemboi" userId="a7c9ba4e8a2c8fd6" providerId="LiveId" clId="{D6136C6F-569E-47E4-B7B5-45779AD99402}" dt="2026-10-22T12:24:38.355" v="1685"/>
          <ac:spMkLst>
            <pc:docMk/>
            <pc:sldMk cId="2807837948" sldId="265"/>
            <ac:spMk id="3" creationId="{9C4AE00E-0D33-B16F-61E3-F027AA43CEAB}"/>
          </ac:spMkLst>
        </pc:spChg>
      </pc:sldChg>
      <pc:sldChg chg="modSp new mod">
        <pc:chgData name="lorna kemboi" userId="a7c9ba4e8a2c8fd6" providerId="LiveId" clId="{D6136C6F-569E-47E4-B7B5-45779AD99402}" dt="2026-10-22T10:32:16.155" v="1303" actId="20577"/>
        <pc:sldMkLst>
          <pc:docMk/>
          <pc:sldMk cId="142741438" sldId="266"/>
        </pc:sldMkLst>
        <pc:spChg chg="mod">
          <ac:chgData name="lorna kemboi" userId="a7c9ba4e8a2c8fd6" providerId="LiveId" clId="{D6136C6F-569E-47E4-B7B5-45779AD99402}" dt="2026-10-22T10:32:16.155" v="1303" actId="20577"/>
          <ac:spMkLst>
            <pc:docMk/>
            <pc:sldMk cId="142741438" sldId="266"/>
            <ac:spMk id="2" creationId="{73D86F1D-93BE-8F10-E561-1E76EAB33496}"/>
          </ac:spMkLst>
        </pc:spChg>
        <pc:spChg chg="mod">
          <ac:chgData name="lorna kemboi" userId="a7c9ba4e8a2c8fd6" providerId="LiveId" clId="{D6136C6F-569E-47E4-B7B5-45779AD99402}" dt="2026-10-22T10:30:04.390" v="1263" actId="12"/>
          <ac:spMkLst>
            <pc:docMk/>
            <pc:sldMk cId="142741438" sldId="266"/>
            <ac:spMk id="3" creationId="{C817FD6A-AC22-D016-02A7-5FE11C4AF5D8}"/>
          </ac:spMkLst>
        </pc:spChg>
      </pc:sldChg>
      <pc:sldChg chg="modSp new mod">
        <pc:chgData name="lorna kemboi" userId="a7c9ba4e8a2c8fd6" providerId="LiveId" clId="{D6136C6F-569E-47E4-B7B5-45779AD99402}" dt="2026-10-22T12:32:11.147" v="1766" actId="11"/>
        <pc:sldMkLst>
          <pc:docMk/>
          <pc:sldMk cId="130573557" sldId="267"/>
        </pc:sldMkLst>
        <pc:spChg chg="mod">
          <ac:chgData name="lorna kemboi" userId="a7c9ba4e8a2c8fd6" providerId="LiveId" clId="{D6136C6F-569E-47E4-B7B5-45779AD99402}" dt="2026-10-22T11:21:21.084" v="1459" actId="14100"/>
          <ac:spMkLst>
            <pc:docMk/>
            <pc:sldMk cId="130573557" sldId="267"/>
            <ac:spMk id="2" creationId="{5316232E-E561-A065-A14E-4C6FDC7FA649}"/>
          </ac:spMkLst>
        </pc:spChg>
        <pc:spChg chg="mod">
          <ac:chgData name="lorna kemboi" userId="a7c9ba4e8a2c8fd6" providerId="LiveId" clId="{D6136C6F-569E-47E4-B7B5-45779AD99402}" dt="2026-10-22T12:32:11.147" v="1766" actId="11"/>
          <ac:spMkLst>
            <pc:docMk/>
            <pc:sldMk cId="130573557" sldId="267"/>
            <ac:spMk id="3" creationId="{66DEBBCC-5C0E-0714-D69C-E0E4F9884433}"/>
          </ac:spMkLst>
        </pc:spChg>
      </pc:sldChg>
      <pc:sldChg chg="modSp new mod">
        <pc:chgData name="lorna kemboi" userId="a7c9ba4e8a2c8fd6" providerId="LiveId" clId="{D6136C6F-569E-47E4-B7B5-45779AD99402}" dt="2026-10-22T11:22:53.986" v="1477" actId="313"/>
        <pc:sldMkLst>
          <pc:docMk/>
          <pc:sldMk cId="981059911" sldId="268"/>
        </pc:sldMkLst>
        <pc:spChg chg="mod">
          <ac:chgData name="lorna kemboi" userId="a7c9ba4e8a2c8fd6" providerId="LiveId" clId="{D6136C6F-569E-47E4-B7B5-45779AD99402}" dt="2026-10-22T11:22:45.544" v="1474" actId="1076"/>
          <ac:spMkLst>
            <pc:docMk/>
            <pc:sldMk cId="981059911" sldId="268"/>
            <ac:spMk id="2" creationId="{B76C8066-4F8E-5F25-5A2C-153594D66D12}"/>
          </ac:spMkLst>
        </pc:spChg>
        <pc:spChg chg="mod">
          <ac:chgData name="lorna kemboi" userId="a7c9ba4e8a2c8fd6" providerId="LiveId" clId="{D6136C6F-569E-47E4-B7B5-45779AD99402}" dt="2026-10-22T11:22:53.986" v="1477" actId="313"/>
          <ac:spMkLst>
            <pc:docMk/>
            <pc:sldMk cId="981059911" sldId="268"/>
            <ac:spMk id="3" creationId="{04E753B6-51F4-28B8-6FA9-36BFBCCC1542}"/>
          </ac:spMkLst>
        </pc:spChg>
      </pc:sldChg>
      <pc:sldChg chg="modSp new del mod">
        <pc:chgData name="lorna kemboi" userId="a7c9ba4e8a2c8fd6" providerId="LiveId" clId="{D6136C6F-569E-47E4-B7B5-45779AD99402}" dt="2026-10-22T13:55:46.768" v="1767" actId="2696"/>
        <pc:sldMkLst>
          <pc:docMk/>
          <pc:sldMk cId="457398633" sldId="269"/>
        </pc:sldMkLst>
        <pc:spChg chg="mod">
          <ac:chgData name="lorna kemboi" userId="a7c9ba4e8a2c8fd6" providerId="LiveId" clId="{D6136C6F-569E-47E4-B7B5-45779AD99402}" dt="2026-10-22T12:25:19.797" v="1690" actId="27636"/>
          <ac:spMkLst>
            <pc:docMk/>
            <pc:sldMk cId="457398633" sldId="269"/>
            <ac:spMk id="2" creationId="{C23DBDF6-BBA1-AB8E-339F-9B83B9965767}"/>
          </ac:spMkLst>
        </pc:spChg>
      </pc:sldChg>
      <pc:sldChg chg="addSp modSp new mod">
        <pc:chgData name="lorna kemboi" userId="a7c9ba4e8a2c8fd6" providerId="LiveId" clId="{D6136C6F-569E-47E4-B7B5-45779AD99402}" dt="2026-10-22T12:20:16.962" v="1682" actId="20577"/>
        <pc:sldMkLst>
          <pc:docMk/>
          <pc:sldMk cId="3280766976" sldId="270"/>
        </pc:sldMkLst>
        <pc:spChg chg="mod">
          <ac:chgData name="lorna kemboi" userId="a7c9ba4e8a2c8fd6" providerId="LiveId" clId="{D6136C6F-569E-47E4-B7B5-45779AD99402}" dt="2026-10-22T12:12:03.223" v="1544" actId="1076"/>
          <ac:spMkLst>
            <pc:docMk/>
            <pc:sldMk cId="3280766976" sldId="270"/>
            <ac:spMk id="2" creationId="{2A2A9440-4DC1-37E9-77D5-5FB25FE82BA1}"/>
          </ac:spMkLst>
        </pc:spChg>
        <pc:spChg chg="mod">
          <ac:chgData name="lorna kemboi" userId="a7c9ba4e8a2c8fd6" providerId="LiveId" clId="{D6136C6F-569E-47E4-B7B5-45779AD99402}" dt="2026-10-22T12:12:41.535" v="1552" actId="14100"/>
          <ac:spMkLst>
            <pc:docMk/>
            <pc:sldMk cId="3280766976" sldId="270"/>
            <ac:spMk id="3" creationId="{34E2C485-4BF4-B13C-EEAF-66C484086F3F}"/>
          </ac:spMkLst>
        </pc:spChg>
        <pc:graphicFrameChg chg="add mod modGraphic">
          <ac:chgData name="lorna kemboi" userId="a7c9ba4e8a2c8fd6" providerId="LiveId" clId="{D6136C6F-569E-47E4-B7B5-45779AD99402}" dt="2026-10-22T12:20:16.962" v="1682" actId="20577"/>
          <ac:graphicFrameMkLst>
            <pc:docMk/>
            <pc:sldMk cId="3280766976" sldId="270"/>
            <ac:graphicFrameMk id="4" creationId="{61BE6F4D-DF7C-1786-D1BC-ACBD39A59AEF}"/>
          </ac:graphicFrameMkLst>
        </pc:graphicFrameChg>
      </pc:sldChg>
      <pc:sldChg chg="modSp new mod">
        <pc:chgData name="lorna kemboi" userId="a7c9ba4e8a2c8fd6" providerId="LiveId" clId="{D6136C6F-569E-47E4-B7B5-45779AD99402}" dt="2026-10-22T12:30:18.618" v="1735" actId="20577"/>
        <pc:sldMkLst>
          <pc:docMk/>
          <pc:sldMk cId="2269086734" sldId="271"/>
        </pc:sldMkLst>
        <pc:spChg chg="mod">
          <ac:chgData name="lorna kemboi" userId="a7c9ba4e8a2c8fd6" providerId="LiveId" clId="{D6136C6F-569E-47E4-B7B5-45779AD99402}" dt="2026-10-22T12:27:37.095" v="1709" actId="14100"/>
          <ac:spMkLst>
            <pc:docMk/>
            <pc:sldMk cId="2269086734" sldId="271"/>
            <ac:spMk id="2" creationId="{0F3C55EE-80AC-8602-B554-CE544EE07446}"/>
          </ac:spMkLst>
        </pc:spChg>
        <pc:spChg chg="mod">
          <ac:chgData name="lorna kemboi" userId="a7c9ba4e8a2c8fd6" providerId="LiveId" clId="{D6136C6F-569E-47E4-B7B5-45779AD99402}" dt="2026-10-22T12:30:18.618" v="1735" actId="20577"/>
          <ac:spMkLst>
            <pc:docMk/>
            <pc:sldMk cId="2269086734" sldId="271"/>
            <ac:spMk id="3" creationId="{55DC4158-1D18-4E63-A428-3947789F7DAE}"/>
          </ac:spMkLst>
        </pc:spChg>
      </pc:sldChg>
      <pc:sldChg chg="modSp new del mod">
        <pc:chgData name="lorna kemboi" userId="a7c9ba4e8a2c8fd6" providerId="LiveId" clId="{D6136C6F-569E-47E4-B7B5-45779AD99402}" dt="2026-10-22T14:03:02.354" v="1768" actId="2696"/>
        <pc:sldMkLst>
          <pc:docMk/>
          <pc:sldMk cId="373779231" sldId="272"/>
        </pc:sldMkLst>
        <pc:spChg chg="mod">
          <ac:chgData name="lorna kemboi" userId="a7c9ba4e8a2c8fd6" providerId="LiveId" clId="{D6136C6F-569E-47E4-B7B5-45779AD99402}" dt="2026-10-22T12:31:35.336" v="1765" actId="20577"/>
          <ac:spMkLst>
            <pc:docMk/>
            <pc:sldMk cId="373779231" sldId="272"/>
            <ac:spMk id="2" creationId="{F20D5395-68DF-835C-3FB0-22FD9A5E2E78}"/>
          </ac:spMkLst>
        </pc:spChg>
        <pc:spChg chg="mod">
          <ac:chgData name="lorna kemboi" userId="a7c9ba4e8a2c8fd6" providerId="LiveId" clId="{D6136C6F-569E-47E4-B7B5-45779AD99402}" dt="2026-10-22T12:31:05.399" v="1737" actId="14100"/>
          <ac:spMkLst>
            <pc:docMk/>
            <pc:sldMk cId="373779231" sldId="272"/>
            <ac:spMk id="3" creationId="{ACF18396-7EB7-3D06-1BBF-D00ACD988EFF}"/>
          </ac:spMkLst>
        </pc:spChg>
      </pc:sldChg>
      <pc:sldChg chg="addSp delSp modSp new mod">
        <pc:chgData name="lorna kemboi" userId="a7c9ba4e8a2c8fd6" providerId="LiveId" clId="{D6136C6F-569E-47E4-B7B5-45779AD99402}" dt="2026-10-22T14:21:17.064" v="1818" actId="1076"/>
        <pc:sldMkLst>
          <pc:docMk/>
          <pc:sldMk cId="4071651286" sldId="272"/>
        </pc:sldMkLst>
        <pc:spChg chg="mod">
          <ac:chgData name="lorna kemboi" userId="a7c9ba4e8a2c8fd6" providerId="LiveId" clId="{D6136C6F-569E-47E4-B7B5-45779AD99402}" dt="2026-10-22T14:03:43.901" v="1789" actId="1076"/>
          <ac:spMkLst>
            <pc:docMk/>
            <pc:sldMk cId="4071651286" sldId="272"/>
            <ac:spMk id="2" creationId="{42FCD1D0-C2FD-00C1-A04D-494A1A7E0B58}"/>
          </ac:spMkLst>
        </pc:spChg>
        <pc:spChg chg="mod">
          <ac:chgData name="lorna kemboi" userId="a7c9ba4e8a2c8fd6" providerId="LiveId" clId="{D6136C6F-569E-47E4-B7B5-45779AD99402}" dt="2026-10-22T14:20:00.938" v="1812" actId="14100"/>
          <ac:spMkLst>
            <pc:docMk/>
            <pc:sldMk cId="4071651286" sldId="272"/>
            <ac:spMk id="3" creationId="{24B3FB69-C9BF-FFAE-4FA2-FE4CD80F4D7D}"/>
          </ac:spMkLst>
        </pc:spChg>
        <pc:picChg chg="add del mod">
          <ac:chgData name="lorna kemboi" userId="a7c9ba4e8a2c8fd6" providerId="LiveId" clId="{D6136C6F-569E-47E4-B7B5-45779AD99402}" dt="2026-10-22T14:16:01.349" v="1795" actId="478"/>
          <ac:picMkLst>
            <pc:docMk/>
            <pc:sldMk cId="4071651286" sldId="272"/>
            <ac:picMk id="5" creationId="{05AFB5E2-C72A-9A5C-5B3A-2F3B2E6EA3D0}"/>
          </ac:picMkLst>
        </pc:picChg>
        <pc:picChg chg="add mod">
          <ac:chgData name="lorna kemboi" userId="a7c9ba4e8a2c8fd6" providerId="LiveId" clId="{D6136C6F-569E-47E4-B7B5-45779AD99402}" dt="2026-10-22T14:21:17.064" v="1818" actId="1076"/>
          <ac:picMkLst>
            <pc:docMk/>
            <pc:sldMk cId="4071651286" sldId="272"/>
            <ac:picMk id="7" creationId="{C3FA9E2F-9AFC-45B0-7BBF-D8E8F8EBCDDA}"/>
          </ac:picMkLst>
        </pc:picChg>
        <pc:picChg chg="add mod">
          <ac:chgData name="lorna kemboi" userId="a7c9ba4e8a2c8fd6" providerId="LiveId" clId="{D6136C6F-569E-47E4-B7B5-45779AD99402}" dt="2026-10-22T14:19:37.862" v="1809" actId="14100"/>
          <ac:picMkLst>
            <pc:docMk/>
            <pc:sldMk cId="4071651286" sldId="272"/>
            <ac:picMk id="9" creationId="{E364535F-F551-BD13-EFBB-429A456AFA11}"/>
          </ac:picMkLst>
        </pc:picChg>
      </pc:sldChg>
      <pc:sldMasterChg chg="modSldLayout">
        <pc:chgData name="lorna kemboi" userId="a7c9ba4e8a2c8fd6" providerId="LiveId" clId="{D6136C6F-569E-47E4-B7B5-45779AD99402}" dt="2026-10-21T21:20:44.279" v="178"/>
        <pc:sldMasterMkLst>
          <pc:docMk/>
          <pc:sldMasterMk cId="3647198981" sldId="2147483857"/>
        </pc:sldMasterMkLst>
        <pc:sldLayoutChg chg="delSp">
          <pc:chgData name="lorna kemboi" userId="a7c9ba4e8a2c8fd6" providerId="LiveId" clId="{D6136C6F-569E-47E4-B7B5-45779AD99402}" dt="2026-10-21T21:20:44.279" v="178"/>
          <pc:sldLayoutMkLst>
            <pc:docMk/>
            <pc:sldMasterMk cId="3647198981" sldId="2147483857"/>
            <pc:sldLayoutMk cId="4124358851" sldId="2147483875"/>
          </pc:sldLayoutMkLst>
          <pc:spChg chg="del">
            <ac:chgData name="lorna kemboi" userId="a7c9ba4e8a2c8fd6" providerId="LiveId" clId="{D6136C6F-569E-47E4-B7B5-45779AD99402}" dt="2026-10-21T21:20:44.279" v="178"/>
            <ac:spMkLst>
              <pc:docMk/>
              <pc:sldMasterMk cId="3647198981" sldId="2147483857"/>
              <pc:sldLayoutMk cId="4124358851" sldId="2147483875"/>
              <ac:spMk id="11" creationId="{6D514160-DA6E-9655-9294-6538F297B73D}"/>
            </ac:spMkLst>
          </pc:spChg>
          <pc:spChg chg="del">
            <ac:chgData name="lorna kemboi" userId="a7c9ba4e8a2c8fd6" providerId="LiveId" clId="{D6136C6F-569E-47E4-B7B5-45779AD99402}" dt="2026-10-21T21:20:44.279" v="178"/>
            <ac:spMkLst>
              <pc:docMk/>
              <pc:sldMasterMk cId="3647198981" sldId="2147483857"/>
              <pc:sldLayoutMk cId="4124358851" sldId="2147483875"/>
              <ac:spMk id="12" creationId="{B2EC29EB-3E43-F1FF-EB6B-9F5C908FFCC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2EAC9-02DF-4E9E-9CA6-DB32A437A27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C9FA1-C3B7-4ED9-AA72-406DC1643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1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C9FA1-C3B7-4ED9-AA72-406DC1643D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52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C9FA1-C3B7-4ED9-AA72-406DC1643D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84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C9FA1-C3B7-4ED9-AA72-406DC1643D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5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07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25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8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6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4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961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83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146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114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21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745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72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35593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039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156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68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22929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2528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668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49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925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7908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997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26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052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965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9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37F01D7-30D5-4278-A93F-DE4EDE5E46D3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100DB61-BF65-49F8-AA6F-6E286B6EA4E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875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  <p:sldLayoutId id="2147483907" r:id="rId18"/>
    <p:sldLayoutId id="2147483908" r:id="rId19"/>
    <p:sldLayoutId id="2147483909" r:id="rId20"/>
    <p:sldLayoutId id="2147483910" r:id="rId21"/>
    <p:sldLayoutId id="2147483911" r:id="rId22"/>
    <p:sldLayoutId id="2147483912" r:id="rId23"/>
    <p:sldLayoutId id="2147483913" r:id="rId24"/>
    <p:sldLayoutId id="2147483914" r:id="rId25"/>
    <p:sldLayoutId id="2147483915" r:id="rId26"/>
    <p:sldLayoutId id="214748391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hiv-program-data-analysis.onrender.com/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114D-9355-3C0C-8044-F4E084C3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35089"/>
            <a:ext cx="9144000" cy="1655761"/>
          </a:xfrm>
        </p:spPr>
        <p:txBody>
          <a:bodyPr>
            <a:normAutofit/>
          </a:bodyPr>
          <a:lstStyle/>
          <a:p>
            <a:r>
              <a:rPr lang="en-US" dirty="0"/>
              <a:t>HIV Treatment Outcomes Analysis and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ACC4F-95B3-1FD6-6F29-0D1647C31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463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Proposed title: Predicting HIV Treatment Outcomes Using Machine Learning</a:t>
            </a:r>
          </a:p>
          <a:p>
            <a:r>
              <a:rPr lang="en-US" dirty="0"/>
              <a:t>Viral Load Suppression Classification and CD4 Count Estimation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Presented by: Marsha Kiptoo &amp; Lorna Kemboi</a:t>
            </a:r>
          </a:p>
          <a:p>
            <a:r>
              <a:rPr lang="en-US" dirty="0"/>
              <a:t>Program:   Eldo Hub  Data Analysis</a:t>
            </a:r>
          </a:p>
          <a:p>
            <a:r>
              <a:rPr lang="en-US" dirty="0"/>
              <a:t>Dataset period: 2020–2025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6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A750-5BB9-2970-7B11-9C8D5E6E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0" y="152400"/>
            <a:ext cx="4924927" cy="529771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60354-2C27-CC68-3818-F0DFC417C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899886"/>
            <a:ext cx="7235954" cy="5805714"/>
          </a:xfrm>
        </p:spPr>
        <p:txBody>
          <a:bodyPr>
            <a:normAutofit/>
          </a:bodyPr>
          <a:lstStyle/>
          <a:p>
            <a:r>
              <a:rPr lang="en-US" b="1" dirty="0"/>
              <a:t>PRESENTATION OVERVIEW</a:t>
            </a:r>
          </a:p>
          <a:p>
            <a:r>
              <a:rPr lang="en-US" b="1" dirty="0"/>
              <a:t>01. Project Background</a:t>
            </a:r>
            <a:br>
              <a:rPr lang="en-US" dirty="0"/>
            </a:br>
            <a:r>
              <a:rPr lang="en-US" dirty="0"/>
              <a:t>Problem Statement and Objectives</a:t>
            </a:r>
          </a:p>
          <a:p>
            <a:r>
              <a:rPr lang="en-US" b="1" dirty="0"/>
              <a:t>02. Data and Preparation</a:t>
            </a:r>
            <a:br>
              <a:rPr lang="en-US" dirty="0"/>
            </a:br>
            <a:r>
              <a:rPr lang="en-US" dirty="0"/>
              <a:t>Dataset Description, Cleaning and Preprocessing</a:t>
            </a:r>
          </a:p>
          <a:p>
            <a:r>
              <a:rPr lang="en-US" b="1" dirty="0"/>
              <a:t>03. Data Analysis and Insights</a:t>
            </a:r>
            <a:br>
              <a:rPr lang="en-US" dirty="0"/>
            </a:br>
            <a:r>
              <a:rPr lang="en-US" dirty="0"/>
              <a:t>Trends, Patterns and Key Findings</a:t>
            </a:r>
          </a:p>
          <a:p>
            <a:r>
              <a:rPr lang="en-US" b="1" dirty="0"/>
              <a:t>04. Machine Learning</a:t>
            </a:r>
            <a:br>
              <a:rPr lang="en-US" dirty="0"/>
            </a:br>
            <a:r>
              <a:rPr lang="en-US" dirty="0"/>
              <a:t>Viral Load Suppression and CD4 Count Prediction</a:t>
            </a:r>
          </a:p>
          <a:p>
            <a:r>
              <a:rPr lang="en-US" b="1" dirty="0"/>
              <a:t>05. Application and Dashboard</a:t>
            </a:r>
            <a:br>
              <a:rPr lang="en-US" dirty="0"/>
            </a:br>
            <a:r>
              <a:rPr lang="en-US" dirty="0"/>
              <a:t>Flask Application, Render Deployment and Power BI Dashboard</a:t>
            </a:r>
          </a:p>
          <a:p>
            <a:r>
              <a:rPr lang="en-US" b="1" dirty="0"/>
              <a:t>06. Results and Conclusion</a:t>
            </a:r>
            <a:br>
              <a:rPr lang="en-US" dirty="0"/>
            </a:br>
            <a:r>
              <a:rPr lang="en-US" dirty="0"/>
              <a:t>Model Performance, Limitations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19625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6F1D-93BE-8F10-E561-1E76EAB3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5629175" cy="7437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Project objectives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7FD6A-AC22-D016-02A7-5FE11C4AF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444" y="1876926"/>
            <a:ext cx="7687217" cy="4373914"/>
          </a:xfrm>
        </p:spPr>
        <p:txBody>
          <a:bodyPr/>
          <a:lstStyle/>
          <a:p>
            <a:r>
              <a:rPr lang="en-US" b="1" dirty="0"/>
              <a:t>Main Objective</a:t>
            </a:r>
            <a:endParaRPr lang="en-US" dirty="0"/>
          </a:p>
          <a:p>
            <a:pPr lvl="0"/>
            <a:r>
              <a:rPr lang="en-US" dirty="0"/>
              <a:t>Analyze HIV program data to understand factors associated with viral load suppression and CD4 count.</a:t>
            </a:r>
          </a:p>
          <a:p>
            <a:r>
              <a:rPr lang="en-US" b="1" dirty="0"/>
              <a:t>Specific Objectives</a:t>
            </a:r>
            <a:endParaRPr lang="en-US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Assess patterns in viral load suppression among patients receiving HIV care.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Identify patient and treatment factors associated with viral load suppression.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Develop machine learning models to predict viral load suppression status.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Build regression models to estimate patients’ CD4 counts.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dirty="0"/>
              <a:t>Develop a Flask web application to demonstrate the model predictions.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41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94B4-A702-C2E5-AD7D-8D44BD72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749" y="0"/>
            <a:ext cx="5066937" cy="580571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CEA9E-A6FC-EE47-0AE1-4B4A52635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229" y="580571"/>
            <a:ext cx="7024913" cy="6691085"/>
          </a:xfrm>
        </p:spPr>
        <p:txBody>
          <a:bodyPr/>
          <a:lstStyle/>
          <a:p>
            <a:r>
              <a:rPr lang="en-US" b="1" dirty="0"/>
              <a:t>04 | COLLECT — THE DATA</a:t>
            </a:r>
          </a:p>
          <a:p>
            <a:r>
              <a:rPr lang="en-US" b="1" dirty="0"/>
              <a:t>Data Source</a:t>
            </a:r>
            <a:endParaRPr lang="en-US" dirty="0"/>
          </a:p>
          <a:p>
            <a:pPr lvl="0"/>
            <a:r>
              <a:rPr lang="en-US" dirty="0"/>
              <a:t>Dataset: HIV_Cases_Eldoret_MTRH_Synthetic_2020_2025.csv</a:t>
            </a:r>
          </a:p>
          <a:p>
            <a:pPr lvl="0"/>
            <a:r>
              <a:rPr lang="en-US" dirty="0"/>
              <a:t>Synthetic dataset developed for the capstone project.</a:t>
            </a:r>
          </a:p>
          <a:p>
            <a:pPr lvl="0"/>
            <a:r>
              <a:rPr lang="en-US" dirty="0"/>
              <a:t>Focus: HIV program monitoring and patient outcomes.</a:t>
            </a:r>
          </a:p>
          <a:p>
            <a:r>
              <a:rPr lang="en-US" b="1" dirty="0"/>
              <a:t>Dataset Overview</a:t>
            </a:r>
            <a:endParaRPr lang="en-US" dirty="0"/>
          </a:p>
          <a:p>
            <a:pPr lvl="0"/>
            <a:r>
              <a:rPr lang="en-US" dirty="0"/>
              <a:t>Original records: 5,205 rows</a:t>
            </a:r>
          </a:p>
          <a:p>
            <a:pPr lvl="0"/>
            <a:r>
              <a:rPr lang="en-US" dirty="0"/>
              <a:t>Variables: 18 columns</a:t>
            </a:r>
          </a:p>
          <a:p>
            <a:pPr lvl="0"/>
            <a:r>
              <a:rPr lang="en-US" dirty="0"/>
              <a:t>Period covered: 2020–2025</a:t>
            </a:r>
          </a:p>
          <a:p>
            <a:pPr lvl="0"/>
            <a:r>
              <a:rPr lang="en-US" dirty="0"/>
              <a:t>Study setting: Eldoret / MTRH</a:t>
            </a:r>
          </a:p>
          <a:p>
            <a:r>
              <a:rPr lang="en-US" b="1" dirty="0"/>
              <a:t>Ethical Considerations</a:t>
            </a:r>
            <a:endParaRPr lang="en-US" dirty="0"/>
          </a:p>
          <a:p>
            <a:pPr lvl="0"/>
            <a:r>
              <a:rPr lang="en-US" dirty="0"/>
              <a:t>Contains simulated, not verified real patient records.</a:t>
            </a:r>
          </a:p>
          <a:p>
            <a:pPr lvl="0"/>
            <a:r>
              <a:rPr lang="en-US" dirty="0"/>
              <a:t>No real patient identities are represented.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0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1A6E7-7BA0-BF7D-3A7A-7F5415BF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8806180" cy="619386"/>
          </a:xfrm>
        </p:spPr>
        <p:txBody>
          <a:bodyPr>
            <a:normAutofit fontScale="90000"/>
          </a:bodyPr>
          <a:lstStyle/>
          <a:p>
            <a:r>
              <a:rPr lang="en-US" dirty="0"/>
              <a:t>Data Cleaning and Preparation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D18AD-8303-91EF-8BBC-36E24D46F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1752599"/>
            <a:ext cx="7235954" cy="5105401"/>
          </a:xfrm>
        </p:spPr>
        <p:txBody>
          <a:bodyPr/>
          <a:lstStyle/>
          <a:p>
            <a:r>
              <a:rPr lang="en-US" dirty="0"/>
              <a:t>Why was data cleaning necessary?</a:t>
            </a:r>
          </a:p>
          <a:p>
            <a:r>
              <a:rPr lang="en-US" dirty="0"/>
              <a:t>The dataset contained inconsistencies that needed to be addressed before exploratory analysis and machine learning.</a:t>
            </a:r>
          </a:p>
          <a:p>
            <a:r>
              <a:rPr lang="en-US" dirty="0"/>
              <a:t>Key data quality issues and actions</a:t>
            </a:r>
          </a:p>
          <a:p>
            <a:r>
              <a:rPr lang="en-US" dirty="0"/>
              <a:t>Inconsistent categories</a:t>
            </a:r>
          </a:p>
          <a:p>
            <a:r>
              <a:rPr lang="en-US" dirty="0"/>
              <a:t>Standardized Gender values, such as F, Female and FEMALE, into consistent categories.</a:t>
            </a:r>
          </a:p>
          <a:p>
            <a:r>
              <a:rPr lang="en-US" dirty="0"/>
              <a:t>Inconsistent date formats</a:t>
            </a:r>
          </a:p>
          <a:p>
            <a:r>
              <a:rPr lang="en-US" dirty="0"/>
              <a:t>Converted  Registration Date values into a consistent datetime format.</a:t>
            </a:r>
          </a:p>
          <a:p>
            <a:r>
              <a:rPr lang="en-US" dirty="0"/>
              <a:t>Missing values</a:t>
            </a:r>
          </a:p>
          <a:p>
            <a:r>
              <a:rPr lang="en-US" dirty="0"/>
              <a:t>Examined missing values and handled them according to the project's cleaning guidelines.</a:t>
            </a:r>
          </a:p>
          <a:p>
            <a:r>
              <a:rPr lang="en-US" dirty="0"/>
              <a:t>Data integrity checks</a:t>
            </a:r>
          </a:p>
          <a:p>
            <a:r>
              <a:rPr lang="en-US" dirty="0"/>
              <a:t>Checked CaseID values for missing entries and duplicates.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33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321B-6FA5-8914-6349-5C2F3DFF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0"/>
            <a:ext cx="6666126" cy="566057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E7686-3B26-4B32-F829-BBBE4615F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857" y="686350"/>
            <a:ext cx="10216441" cy="7608110"/>
          </a:xfrm>
        </p:spPr>
        <p:txBody>
          <a:bodyPr/>
          <a:lstStyle/>
          <a:p>
            <a:r>
              <a:rPr lang="en-US" dirty="0"/>
              <a:t>Purpose of EDA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733080-700B-2FCA-C3A2-13B757C98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949" y="566057"/>
            <a:ext cx="6256518" cy="30256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3D066F-E9CE-F228-462A-7E684108C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66057"/>
            <a:ext cx="4702629" cy="31459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1D81B0-9404-A40D-BD00-46152A9AB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91" y="3832322"/>
            <a:ext cx="9420225" cy="302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81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70DA-ED89-6E3A-EF48-FF0DAA90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80572"/>
            <a:ext cx="6794137" cy="5079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FEATURE ENGINEERING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0958A-ABF2-75AA-398D-D503C38D6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19" y="1190171"/>
            <a:ext cx="8129451" cy="5667829"/>
          </a:xfrm>
        </p:spPr>
        <p:txBody>
          <a:bodyPr/>
          <a:lstStyle/>
          <a:p>
            <a:r>
              <a:rPr lang="en-US" b="1" dirty="0"/>
              <a:t>1. Date Features</a:t>
            </a:r>
            <a:endParaRPr lang="en-US" dirty="0"/>
          </a:p>
          <a:p>
            <a:pPr lvl="0"/>
            <a:r>
              <a:rPr lang="en-US" dirty="0"/>
              <a:t>Extracted year, month, quarter and day of the week from registration dates.</a:t>
            </a:r>
          </a:p>
          <a:p>
            <a:r>
              <a:rPr lang="en-US" b="1" dirty="0"/>
              <a:t>2. Age and CD4 Categories</a:t>
            </a:r>
            <a:endParaRPr lang="en-US" dirty="0"/>
          </a:p>
          <a:p>
            <a:pPr lvl="0"/>
            <a:r>
              <a:rPr lang="en-US" dirty="0"/>
              <a:t>Age groups: Pediatric (0–14), Youth (15–24), Adult (25–59) and Older Adult (60+).</a:t>
            </a:r>
          </a:p>
          <a:p>
            <a:pPr lvl="0"/>
            <a:r>
              <a:rPr lang="en-US" dirty="0"/>
              <a:t>CD4 groups: Below 200, 200–349, 350–499 and 500+ cells/µL.</a:t>
            </a:r>
          </a:p>
          <a:p>
            <a:r>
              <a:rPr lang="en-US" b="1" dirty="0"/>
              <a:t>3. Viral Suppression and Clinic Visits</a:t>
            </a:r>
            <a:endParaRPr lang="en-US" dirty="0"/>
          </a:p>
          <a:p>
            <a:pPr lvl="0"/>
            <a:r>
              <a:rPr lang="en-US" dirty="0"/>
              <a:t>Suppressed: Viral load below 1,000 copies/mL, including LDL results.</a:t>
            </a:r>
          </a:p>
          <a:p>
            <a:pPr lvl="0"/>
            <a:r>
              <a:rPr lang="en-US" dirty="0"/>
              <a:t>Unsuppressed: Viral load of 1,000 copies/mL or higher.</a:t>
            </a:r>
          </a:p>
          <a:p>
            <a:pPr lvl="0"/>
            <a:r>
              <a:rPr lang="en-US" dirty="0"/>
              <a:t>Visit frequency: Low (0–2), Regular (3–5) and High (6+) visits per year.</a:t>
            </a:r>
          </a:p>
          <a:p>
            <a:r>
              <a:rPr lang="en-US" b="1" dirty="0"/>
              <a:t>4. Model Preparation</a:t>
            </a:r>
            <a:endParaRPr lang="en-US" dirty="0"/>
          </a:p>
          <a:p>
            <a:pPr lvl="0"/>
            <a:r>
              <a:rPr lang="en-US" dirty="0"/>
              <a:t>Encoded categorical variables and scaled numerical features.</a:t>
            </a:r>
          </a:p>
          <a:p>
            <a:pPr lvl="0"/>
            <a:r>
              <a:rPr lang="en-US" dirty="0"/>
              <a:t>Excluded record identifiers from predictive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99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C2F0-D76B-547B-D4C1-121C9FCA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717" y="0"/>
            <a:ext cx="8014591" cy="66642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Machine Learning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546BA-2FBD-EDE3-5301-F54016E2B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8717" y="858932"/>
            <a:ext cx="7299158" cy="6191574"/>
          </a:xfrm>
        </p:spPr>
        <p:txBody>
          <a:bodyPr/>
          <a:lstStyle/>
          <a:p>
            <a:r>
              <a:rPr lang="en-US" dirty="0"/>
              <a:t>Predict viral load suppression and estimate CD4 count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F0EEF5-B42E-E444-D0AF-9EFBC3CAC83A}"/>
              </a:ext>
            </a:extLst>
          </p:cNvPr>
          <p:cNvSpPr txBox="1"/>
          <p:nvPr/>
        </p:nvSpPr>
        <p:spPr>
          <a:xfrm>
            <a:off x="1058780" y="1892967"/>
            <a:ext cx="40105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Classification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Decision Tree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Random Forest (200 trees)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CC839-4AC8-B0C3-1473-405647B2664A}"/>
              </a:ext>
            </a:extLst>
          </p:cNvPr>
          <p:cNvSpPr txBox="1"/>
          <p:nvPr/>
        </p:nvSpPr>
        <p:spPr>
          <a:xfrm>
            <a:off x="6365246" y="1892967"/>
            <a:ext cx="254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Regression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Linear Regression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Random Forest Regressor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A19CD-247B-9D3E-9269-87756A27F196}"/>
              </a:ext>
            </a:extLst>
          </p:cNvPr>
          <p:cNvSpPr txBox="1"/>
          <p:nvPr/>
        </p:nvSpPr>
        <p:spPr>
          <a:xfrm>
            <a:off x="1239046" y="3481000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Preparation</a:t>
            </a:r>
          </a:p>
          <a:p>
            <a:r>
              <a:rPr lang="en-US" dirty="0"/>
              <a:t>11 predictor features · Encoding · Missing-value handling · Scaling for Logistic Regression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4A4BB-C05C-34FE-7AA5-B3C9682091F7}"/>
              </a:ext>
            </a:extLst>
          </p:cNvPr>
          <p:cNvSpPr txBox="1"/>
          <p:nvPr/>
        </p:nvSpPr>
        <p:spPr>
          <a:xfrm>
            <a:off x="1228717" y="4889909"/>
            <a:ext cx="7840786" cy="3693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Validation                                                                                          </a:t>
            </a:r>
            <a:r>
              <a:rPr lang="en-US" dirty="0"/>
              <a:t>80/20 split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41FB6D-3C9B-F24C-EFCE-0D2E79E12470}"/>
              </a:ext>
            </a:extLst>
          </p:cNvPr>
          <p:cNvSpPr txBox="1"/>
          <p:nvPr/>
        </p:nvSpPr>
        <p:spPr>
          <a:xfrm>
            <a:off x="1239047" y="5566611"/>
            <a:ext cx="2097712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80% 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D098C8-E7B3-0ED1-0E85-715290581BE8}"/>
              </a:ext>
            </a:extLst>
          </p:cNvPr>
          <p:cNvSpPr txBox="1"/>
          <p:nvPr/>
        </p:nvSpPr>
        <p:spPr>
          <a:xfrm>
            <a:off x="7639846" y="5566611"/>
            <a:ext cx="1429657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20% Testing</a:t>
            </a:r>
          </a:p>
        </p:txBody>
      </p:sp>
    </p:spTree>
    <p:extLst>
      <p:ext uri="{BB962C8B-B14F-4D97-AF65-F5344CB8AC3E}">
        <p14:creationId xmlns:p14="http://schemas.microsoft.com/office/powerpoint/2010/main" val="121144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9440-4DC1-37E9-77D5-5FB25FE8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06" y="160757"/>
            <a:ext cx="11583851" cy="77127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MODEL EVALUATION AND PERFORMANCE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2C485-4BF4-B13C-EEAF-66C484086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514" y="783772"/>
            <a:ext cx="10363199" cy="5913472"/>
          </a:xfrm>
        </p:spPr>
        <p:txBody>
          <a:bodyPr/>
          <a:lstStyle/>
          <a:p>
            <a:r>
              <a:rPr lang="en-US" b="1" dirty="0"/>
              <a:t>1. Viral Load Suppression — Classification</a:t>
            </a:r>
          </a:p>
          <a:p>
            <a:pPr lvl="0"/>
            <a:r>
              <a:rPr lang="en-US" b="1" dirty="0"/>
              <a:t>Best model:</a:t>
            </a:r>
            <a:r>
              <a:rPr lang="en-US" dirty="0"/>
              <a:t> Random Forest</a:t>
            </a:r>
          </a:p>
          <a:p>
            <a:pPr lvl="0"/>
            <a:r>
              <a:rPr lang="en-US" b="1" dirty="0"/>
              <a:t>Test accuracy:</a:t>
            </a:r>
            <a:r>
              <a:rPr lang="en-US" dirty="0"/>
              <a:t> 86.97%</a:t>
            </a:r>
          </a:p>
          <a:p>
            <a:pPr lvl="0"/>
            <a:r>
              <a:rPr lang="en-US" b="1" dirty="0"/>
              <a:t>Recall (Unsuppressed):</a:t>
            </a:r>
            <a:r>
              <a:rPr lang="en-US" dirty="0"/>
              <a:t> 96.55%</a:t>
            </a:r>
          </a:p>
          <a:p>
            <a:pPr lvl="0"/>
            <a:r>
              <a:rPr lang="en-US" b="1" dirty="0"/>
              <a:t>Precision (Unsuppressed):</a:t>
            </a:r>
            <a:r>
              <a:rPr lang="en-US" dirty="0"/>
              <a:t> 78.95%</a:t>
            </a:r>
          </a:p>
          <a:p>
            <a:pPr lvl="0"/>
            <a:r>
              <a:rPr lang="en-US" b="1" dirty="0"/>
              <a:t>Limitation:</a:t>
            </a:r>
            <a:r>
              <a:rPr lang="en-US" dirty="0"/>
              <a:t> 100% training accuracy suggests possible overfitting.</a:t>
            </a:r>
          </a:p>
          <a:p>
            <a:r>
              <a:rPr lang="en-US" b="1" dirty="0"/>
              <a:t>2. CD4 Count Estimation — Regression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BE6F4D-DF7C-1786-D1BC-ACBD39A59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46591"/>
              </p:ext>
            </p:extLst>
          </p:nvPr>
        </p:nvGraphicFramePr>
        <p:xfrm>
          <a:off x="972457" y="4072466"/>
          <a:ext cx="9521372" cy="2168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343">
                  <a:extLst>
                    <a:ext uri="{9D8B030D-6E8A-4147-A177-3AD203B41FA5}">
                      <a16:colId xmlns:a16="http://schemas.microsoft.com/office/drawing/2014/main" val="676572177"/>
                    </a:ext>
                  </a:extLst>
                </a:gridCol>
                <a:gridCol w="2380343">
                  <a:extLst>
                    <a:ext uri="{9D8B030D-6E8A-4147-A177-3AD203B41FA5}">
                      <a16:colId xmlns:a16="http://schemas.microsoft.com/office/drawing/2014/main" val="2640046584"/>
                    </a:ext>
                  </a:extLst>
                </a:gridCol>
                <a:gridCol w="2380343">
                  <a:extLst>
                    <a:ext uri="{9D8B030D-6E8A-4147-A177-3AD203B41FA5}">
                      <a16:colId xmlns:a16="http://schemas.microsoft.com/office/drawing/2014/main" val="219976977"/>
                    </a:ext>
                  </a:extLst>
                </a:gridCol>
                <a:gridCol w="2380343">
                  <a:extLst>
                    <a:ext uri="{9D8B030D-6E8A-4147-A177-3AD203B41FA5}">
                      <a16:colId xmlns:a16="http://schemas.microsoft.com/office/drawing/2014/main" val="3893863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898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107.84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6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35443"/>
                  </a:ext>
                </a:extLst>
              </a:tr>
              <a:tr h="1056157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38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766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55EE-80AC-8602-B554-CE544EE0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600"/>
            <a:ext cx="9405257" cy="55154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DEPLOY — MODEL DEPLOYMENT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C4158-1D18-4E63-A428-3947789F7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653143"/>
            <a:ext cx="7235954" cy="6204857"/>
          </a:xfrm>
        </p:spPr>
        <p:txBody>
          <a:bodyPr/>
          <a:lstStyle/>
          <a:p>
            <a:pPr lvl="0"/>
            <a:r>
              <a:rPr lang="en-US" dirty="0"/>
              <a:t>Platform</a:t>
            </a:r>
          </a:p>
          <a:p>
            <a:pPr lvl="0"/>
            <a:r>
              <a:rPr lang="en-US" dirty="0"/>
              <a:t>Flask web application hosted on Render.</a:t>
            </a:r>
          </a:p>
          <a:p>
            <a:pPr lvl="0"/>
            <a:r>
              <a:rPr lang="en-US" dirty="0"/>
              <a:t>Power BI dashboard for HIV program insights.</a:t>
            </a:r>
          </a:p>
          <a:p>
            <a:r>
              <a:rPr lang="en-US" b="1" dirty="0"/>
              <a:t>Tools Used</a:t>
            </a:r>
            <a:endParaRPr lang="en-US" dirty="0"/>
          </a:p>
          <a:p>
            <a:pPr lvl="0"/>
            <a:r>
              <a:rPr lang="en-US" dirty="0"/>
              <a:t>Python &amp; scikit-learn: Machine learning.</a:t>
            </a:r>
          </a:p>
          <a:p>
            <a:pPr lvl="0"/>
            <a:r>
              <a:rPr lang="en-US" dirty="0"/>
              <a:t>Flask &amp; Render: Application and hosting.</a:t>
            </a:r>
          </a:p>
          <a:p>
            <a:pPr lvl="0"/>
            <a:r>
              <a:rPr lang="en-US" dirty="0"/>
              <a:t>Power BI &amp; Jupyter Notebook: Visualization and analysis.</a:t>
            </a:r>
          </a:p>
          <a:p>
            <a:r>
              <a:rPr lang="en-US" b="1" dirty="0"/>
              <a:t>How It Works</a:t>
            </a:r>
            <a:endParaRPr lang="en-US" dirty="0"/>
          </a:p>
          <a:p>
            <a:pPr lvl="0"/>
            <a:r>
              <a:rPr lang="en-US" dirty="0"/>
              <a:t>Users enter patient details.</a:t>
            </a:r>
          </a:p>
          <a:p>
            <a:pPr lvl="0"/>
            <a:r>
              <a:rPr lang="en-US" dirty="0"/>
              <a:t>Models predict viral suppression and estimate CD4 count.</a:t>
            </a:r>
          </a:p>
          <a:p>
            <a:pPr lvl="0"/>
            <a:r>
              <a:rPr lang="en-US" dirty="0"/>
              <a:t>Dashboard displays program trends and outcomes.</a:t>
            </a:r>
          </a:p>
          <a:p>
            <a:r>
              <a:rPr lang="en-US" b="1" dirty="0"/>
              <a:t>Live Application:</a:t>
            </a:r>
            <a:br>
              <a:rPr lang="en-US" dirty="0"/>
            </a:br>
            <a:r>
              <a:rPr lang="en-US" dirty="0">
                <a:hlinkClick r:id="rId2"/>
              </a:rPr>
              <a:t>https://hiv-program-data-analysis.onrender.com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8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232E-E561-A065-A14E-4C6FDC7F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3557451" cy="811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Limitations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EBBCC-5C0E-0714-D69C-E0E4F9884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944915"/>
            <a:ext cx="7235954" cy="3555999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The dataset contains synthetic records, not verified real patient data.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Findings may not reflect actual clinic or population outcomes.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Model predictions require validation on appropriate real-world data before clinical use.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Missing values and data quality may affect analysis.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Predictive performance does not establish causation.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8066-4F8E-5F25-5A2C-153594D6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804" y="422014"/>
            <a:ext cx="3275739" cy="7246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753B6-51F4-28B8-6FA9-36BFBCCC1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151" y="1335314"/>
            <a:ext cx="7235954" cy="4911986"/>
          </a:xfrm>
        </p:spPr>
        <p:txBody>
          <a:bodyPr/>
          <a:lstStyle/>
          <a:p>
            <a:r>
              <a:rPr lang="en-US" dirty="0"/>
              <a:t>This project demonstrates how HIV program data can be analyzed to explore patient registration trends, sub-county patient loads and viral suppression patterns.</a:t>
            </a:r>
          </a:p>
          <a:p>
            <a:r>
              <a:rPr lang="en-US" dirty="0"/>
              <a:t>Machine learning models were developed to predict viral suppression and estimate CD4 counts, with a Flask application and Power BI dashboard intended to communicate results and support </a:t>
            </a:r>
            <a:r>
              <a:rPr lang="en-US" dirty="0" err="1"/>
              <a:t>programme</a:t>
            </a:r>
            <a:r>
              <a:rPr lang="en-US" dirty="0"/>
              <a:t> monitoring.</a:t>
            </a:r>
          </a:p>
          <a:p>
            <a:r>
              <a:rPr lang="en-US" dirty="0"/>
              <a:t>Further validation using appropriate real-world data is required before clinical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059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CD1D0-C2FD-00C1-A04D-494A1A7E0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35" y="126998"/>
            <a:ext cx="11631478" cy="608500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Dashboard-Summary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3FB69-C9BF-FFAE-4FA2-FE4CD80F4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735498"/>
            <a:ext cx="8871278" cy="612250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A9E2F-9AFC-45B0-7BBF-D8E8F8EBC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0" y="613291"/>
            <a:ext cx="8566478" cy="3431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64535F-F551-BD13-EFBB-429A456AF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4020457"/>
            <a:ext cx="8682592" cy="312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51286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512</TotalTime>
  <Words>842</Words>
  <Application>Microsoft Office PowerPoint</Application>
  <PresentationFormat>Widescreen</PresentationFormat>
  <Paragraphs>131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Arial Nova Light</vt:lpstr>
      <vt:lpstr>Wingdings</vt:lpstr>
      <vt:lpstr>Dark Gradient</vt:lpstr>
      <vt:lpstr>HIV Treatment Outcomes Analysis and Prediction</vt:lpstr>
      <vt:lpstr>Project overview</vt:lpstr>
      <vt:lpstr>    Project objectives </vt:lpstr>
      <vt:lpstr>Dataset Overview</vt:lpstr>
      <vt:lpstr>Data Cleaning and Preparation</vt:lpstr>
      <vt:lpstr>Exploratory Data Analysis</vt:lpstr>
      <vt:lpstr>FEATURE ENGINEERING </vt:lpstr>
      <vt:lpstr>Machine Learning Methods</vt:lpstr>
      <vt:lpstr>MODEL EVALUATION AND PERFORMANCE </vt:lpstr>
      <vt:lpstr>DEPLOY — MODEL DEPLOYMENT </vt:lpstr>
      <vt:lpstr>Limitations </vt:lpstr>
      <vt:lpstr>Conclusion </vt:lpstr>
      <vt:lpstr>Dashboard-Summary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lorna kemboi</dc:creator>
  <cp:lastModifiedBy>lorna kemboi</cp:lastModifiedBy>
  <cp:revision>1</cp:revision>
  <dcterms:created xsi:type="dcterms:W3CDTF">2026-10-21T21:03:54Z</dcterms:created>
  <dcterms:modified xsi:type="dcterms:W3CDTF">2026-10-22T14:26:07Z</dcterms:modified>
</cp:coreProperties>
</file>