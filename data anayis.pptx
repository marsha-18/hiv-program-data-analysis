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9" r:id="rId1"/>
  </p:sldMasterIdLst>
  <p:notesMasterIdLst>
    <p:notesMasterId r:id="rId12"/>
  </p:notesMasterIdLst>
  <p:sldIdLst>
    <p:sldId id="256" r:id="rId2"/>
    <p:sldId id="257" r:id="rId3"/>
    <p:sldId id="258" r:id="rId4"/>
    <p:sldId id="259" r:id="rId5"/>
    <p:sldId id="260" r:id="rId6"/>
    <p:sldId id="261" r:id="rId7"/>
    <p:sldId id="262" r:id="rId8"/>
    <p:sldId id="265" r:id="rId9"/>
    <p:sldId id="263"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107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rna kemboi" userId="a7c9ba4e8a2c8fd6" providerId="LiveId" clId="{D6136C6F-569E-47E4-B7B5-45779AD99402}"/>
    <pc:docChg chg="custSel addSld modSld modMainMaster">
      <pc:chgData name="lorna kemboi" userId="a7c9ba4e8a2c8fd6" providerId="LiveId" clId="{D6136C6F-569E-47E4-B7B5-45779AD99402}" dt="2026-10-21T22:33:36.079" v="717"/>
      <pc:docMkLst>
        <pc:docMk/>
      </pc:docMkLst>
      <pc:sldChg chg="modSp new mod">
        <pc:chgData name="lorna kemboi" userId="a7c9ba4e8a2c8fd6" providerId="LiveId" clId="{D6136C6F-569E-47E4-B7B5-45779AD99402}" dt="2026-10-21T21:21:00.021" v="189" actId="27636"/>
        <pc:sldMkLst>
          <pc:docMk/>
          <pc:sldMk cId="3518364856" sldId="256"/>
        </pc:sldMkLst>
        <pc:spChg chg="mod">
          <ac:chgData name="lorna kemboi" userId="a7c9ba4e8a2c8fd6" providerId="LiveId" clId="{D6136C6F-569E-47E4-B7B5-45779AD99402}" dt="2026-10-21T21:20:37.464" v="172" actId="27636"/>
          <ac:spMkLst>
            <pc:docMk/>
            <pc:sldMk cId="3518364856" sldId="256"/>
            <ac:spMk id="2" creationId="{D164114D-9355-3C0C-8044-F4E084C3B857}"/>
          </ac:spMkLst>
        </pc:spChg>
        <pc:spChg chg="mod">
          <ac:chgData name="lorna kemboi" userId="a7c9ba4e8a2c8fd6" providerId="LiveId" clId="{D6136C6F-569E-47E4-B7B5-45779AD99402}" dt="2026-10-21T21:21:00.021" v="189" actId="27636"/>
          <ac:spMkLst>
            <pc:docMk/>
            <pc:sldMk cId="3518364856" sldId="256"/>
            <ac:spMk id="3" creationId="{BFCACC4F-95B3-1FD6-6F29-0D1647C315B1}"/>
          </ac:spMkLst>
        </pc:spChg>
      </pc:sldChg>
      <pc:sldChg chg="modSp new mod">
        <pc:chgData name="lorna kemboi" userId="a7c9ba4e8a2c8fd6" providerId="LiveId" clId="{D6136C6F-569E-47E4-B7B5-45779AD99402}" dt="2026-10-21T21:21:00.037" v="190" actId="27636"/>
        <pc:sldMkLst>
          <pc:docMk/>
          <pc:sldMk cId="3196259332" sldId="257"/>
        </pc:sldMkLst>
        <pc:spChg chg="mod">
          <ac:chgData name="lorna kemboi" userId="a7c9ba4e8a2c8fd6" providerId="LiveId" clId="{D6136C6F-569E-47E4-B7B5-45779AD99402}" dt="2026-10-21T21:20:59.927" v="187"/>
          <ac:spMkLst>
            <pc:docMk/>
            <pc:sldMk cId="3196259332" sldId="257"/>
            <ac:spMk id="2" creationId="{FDCFA750-5BB9-2970-7B11-9C8D5E6E8DB9}"/>
          </ac:spMkLst>
        </pc:spChg>
        <pc:spChg chg="mod">
          <ac:chgData name="lorna kemboi" userId="a7c9ba4e8a2c8fd6" providerId="LiveId" clId="{D6136C6F-569E-47E4-B7B5-45779AD99402}" dt="2026-10-21T21:21:00.037" v="190" actId="27636"/>
          <ac:spMkLst>
            <pc:docMk/>
            <pc:sldMk cId="3196259332" sldId="257"/>
            <ac:spMk id="3" creationId="{A5E60354-2C27-CC68-3818-F0DFC417C0F6}"/>
          </ac:spMkLst>
        </pc:spChg>
      </pc:sldChg>
      <pc:sldChg chg="modSp new mod">
        <pc:chgData name="lorna kemboi" userId="a7c9ba4e8a2c8fd6" providerId="LiveId" clId="{D6136C6F-569E-47E4-B7B5-45779AD99402}" dt="2026-10-21T21:21:32.553" v="193" actId="313"/>
        <pc:sldMkLst>
          <pc:docMk/>
          <pc:sldMk cId="2984251425" sldId="258"/>
        </pc:sldMkLst>
        <pc:spChg chg="mod">
          <ac:chgData name="lorna kemboi" userId="a7c9ba4e8a2c8fd6" providerId="LiveId" clId="{D6136C6F-569E-47E4-B7B5-45779AD99402}" dt="2026-10-21T21:20:49.016" v="184" actId="27636"/>
          <ac:spMkLst>
            <pc:docMk/>
            <pc:sldMk cId="2984251425" sldId="258"/>
            <ac:spMk id="2" creationId="{565BCC27-51EF-36A3-CD27-B1948716446F}"/>
          </ac:spMkLst>
        </pc:spChg>
        <pc:spChg chg="mod">
          <ac:chgData name="lorna kemboi" userId="a7c9ba4e8a2c8fd6" providerId="LiveId" clId="{D6136C6F-569E-47E4-B7B5-45779AD99402}" dt="2026-10-21T21:21:32.553" v="193" actId="313"/>
          <ac:spMkLst>
            <pc:docMk/>
            <pc:sldMk cId="2984251425" sldId="258"/>
            <ac:spMk id="3" creationId="{E807CA75-F764-D09C-EF08-430224B31E11}"/>
          </ac:spMkLst>
        </pc:spChg>
      </pc:sldChg>
      <pc:sldChg chg="modSp new mod">
        <pc:chgData name="lorna kemboi" userId="a7c9ba4e8a2c8fd6" providerId="LiveId" clId="{D6136C6F-569E-47E4-B7B5-45779AD99402}" dt="2026-10-21T21:25:38.135" v="213" actId="20577"/>
        <pc:sldMkLst>
          <pc:docMk/>
          <pc:sldMk cId="225101313" sldId="259"/>
        </pc:sldMkLst>
        <pc:spChg chg="mod">
          <ac:chgData name="lorna kemboi" userId="a7c9ba4e8a2c8fd6" providerId="LiveId" clId="{D6136C6F-569E-47E4-B7B5-45779AD99402}" dt="2026-10-21T21:24:51.409" v="204" actId="27636"/>
          <ac:spMkLst>
            <pc:docMk/>
            <pc:sldMk cId="225101313" sldId="259"/>
            <ac:spMk id="2" creationId="{039294B4-A702-C2E5-AD7D-8D44BD72B2BB}"/>
          </ac:spMkLst>
        </pc:spChg>
        <pc:spChg chg="mod">
          <ac:chgData name="lorna kemboi" userId="a7c9ba4e8a2c8fd6" providerId="LiveId" clId="{D6136C6F-569E-47E4-B7B5-45779AD99402}" dt="2026-10-21T21:25:38.135" v="213" actId="20577"/>
          <ac:spMkLst>
            <pc:docMk/>
            <pc:sldMk cId="225101313" sldId="259"/>
            <ac:spMk id="3" creationId="{ECACEA9E-A6FC-EE47-0AE1-4B4A52635886}"/>
          </ac:spMkLst>
        </pc:spChg>
      </pc:sldChg>
      <pc:sldChg chg="modSp new mod">
        <pc:chgData name="lorna kemboi" userId="a7c9ba4e8a2c8fd6" providerId="LiveId" clId="{D6136C6F-569E-47E4-B7B5-45779AD99402}" dt="2026-10-21T21:28:47.160" v="227" actId="14100"/>
        <pc:sldMkLst>
          <pc:docMk/>
          <pc:sldMk cId="630333045" sldId="260"/>
        </pc:sldMkLst>
        <pc:spChg chg="mod">
          <ac:chgData name="lorna kemboi" userId="a7c9ba4e8a2c8fd6" providerId="LiveId" clId="{D6136C6F-569E-47E4-B7B5-45779AD99402}" dt="2026-10-21T21:28:39.220" v="225" actId="27636"/>
          <ac:spMkLst>
            <pc:docMk/>
            <pc:sldMk cId="630333045" sldId="260"/>
            <ac:spMk id="2" creationId="{51E1A6E7-7BA0-BF7D-3A7A-7F5415BFB243}"/>
          </ac:spMkLst>
        </pc:spChg>
        <pc:spChg chg="mod">
          <ac:chgData name="lorna kemboi" userId="a7c9ba4e8a2c8fd6" providerId="LiveId" clId="{D6136C6F-569E-47E4-B7B5-45779AD99402}" dt="2026-10-21T21:28:47.160" v="227" actId="14100"/>
          <ac:spMkLst>
            <pc:docMk/>
            <pc:sldMk cId="630333045" sldId="260"/>
            <ac:spMk id="3" creationId="{4FBD18AD-8303-91EF-8BBC-36E24D46F191}"/>
          </ac:spMkLst>
        </pc:spChg>
      </pc:sldChg>
      <pc:sldChg chg="modSp new mod">
        <pc:chgData name="lorna kemboi" userId="a7c9ba4e8a2c8fd6" providerId="LiveId" clId="{D6136C6F-569E-47E4-B7B5-45779AD99402}" dt="2026-10-21T21:48:16.216" v="417" actId="20577"/>
        <pc:sldMkLst>
          <pc:docMk/>
          <pc:sldMk cId="3466281832" sldId="261"/>
        </pc:sldMkLst>
        <pc:spChg chg="mod">
          <ac:chgData name="lorna kemboi" userId="a7c9ba4e8a2c8fd6" providerId="LiveId" clId="{D6136C6F-569E-47E4-B7B5-45779AD99402}" dt="2026-10-21T21:33:23.484" v="262" actId="27636"/>
          <ac:spMkLst>
            <pc:docMk/>
            <pc:sldMk cId="3466281832" sldId="261"/>
            <ac:spMk id="2" creationId="{AED1321B-6FA5-8914-6349-5C2F3DFF2D92}"/>
          </ac:spMkLst>
        </pc:spChg>
        <pc:spChg chg="mod">
          <ac:chgData name="lorna kemboi" userId="a7c9ba4e8a2c8fd6" providerId="LiveId" clId="{D6136C6F-569E-47E4-B7B5-45779AD99402}" dt="2026-10-21T21:48:16.216" v="417" actId="20577"/>
          <ac:spMkLst>
            <pc:docMk/>
            <pc:sldMk cId="3466281832" sldId="261"/>
            <ac:spMk id="3" creationId="{EFBE7686-3B26-4B32-F829-BBBE4615F1AC}"/>
          </ac:spMkLst>
        </pc:spChg>
      </pc:sldChg>
      <pc:sldChg chg="addSp delSp modSp new mod">
        <pc:chgData name="lorna kemboi" userId="a7c9ba4e8a2c8fd6" providerId="LiveId" clId="{D6136C6F-569E-47E4-B7B5-45779AD99402}" dt="2026-10-21T21:54:18.932" v="661" actId="14100"/>
        <pc:sldMkLst>
          <pc:docMk/>
          <pc:sldMk cId="4118099144" sldId="262"/>
        </pc:sldMkLst>
        <pc:spChg chg="mod">
          <ac:chgData name="lorna kemboi" userId="a7c9ba4e8a2c8fd6" providerId="LiveId" clId="{D6136C6F-569E-47E4-B7B5-45779AD99402}" dt="2026-10-21T21:54:18.932" v="661" actId="14100"/>
          <ac:spMkLst>
            <pc:docMk/>
            <pc:sldMk cId="4118099144" sldId="262"/>
            <ac:spMk id="2" creationId="{2C5570DA-ED89-6E3A-EF48-FF0DAA904DC0}"/>
          </ac:spMkLst>
        </pc:spChg>
        <pc:spChg chg="mod">
          <ac:chgData name="lorna kemboi" userId="a7c9ba4e8a2c8fd6" providerId="LiveId" clId="{D6136C6F-569E-47E4-B7B5-45779AD99402}" dt="2026-10-21T21:53:37.241" v="655" actId="20577"/>
          <ac:spMkLst>
            <pc:docMk/>
            <pc:sldMk cId="4118099144" sldId="262"/>
            <ac:spMk id="3" creationId="{2A10958A-ABF2-75AA-398D-D503C38D62E8}"/>
          </ac:spMkLst>
        </pc:spChg>
        <pc:cxnChg chg="add del">
          <ac:chgData name="lorna kemboi" userId="a7c9ba4e8a2c8fd6" providerId="LiveId" clId="{D6136C6F-569E-47E4-B7B5-45779AD99402}" dt="2026-10-21T21:53:39.898" v="656" actId="478"/>
          <ac:cxnSpMkLst>
            <pc:docMk/>
            <pc:sldMk cId="4118099144" sldId="262"/>
            <ac:cxnSpMk id="5" creationId="{BEBBFB5D-38E2-489E-CC34-6BECE7710FBE}"/>
          </ac:cxnSpMkLst>
        </pc:cxnChg>
        <pc:cxnChg chg="add del">
          <ac:chgData name="lorna kemboi" userId="a7c9ba4e8a2c8fd6" providerId="LiveId" clId="{D6136C6F-569E-47E4-B7B5-45779AD99402}" dt="2026-10-21T21:51:43.103" v="574" actId="478"/>
          <ac:cxnSpMkLst>
            <pc:docMk/>
            <pc:sldMk cId="4118099144" sldId="262"/>
            <ac:cxnSpMk id="7" creationId="{6669712E-295E-3DDC-06D9-D20E4A561E7B}"/>
          </ac:cxnSpMkLst>
        </pc:cxnChg>
        <pc:cxnChg chg="add mod">
          <ac:chgData name="lorna kemboi" userId="a7c9ba4e8a2c8fd6" providerId="LiveId" clId="{D6136C6F-569E-47E4-B7B5-45779AD99402}" dt="2026-10-21T21:54:05.974" v="658" actId="1076"/>
          <ac:cxnSpMkLst>
            <pc:docMk/>
            <pc:sldMk cId="4118099144" sldId="262"/>
            <ac:cxnSpMk id="9" creationId="{B268F4F3-D2D3-D4CC-4D6A-0D4DF67BDEBB}"/>
          </ac:cxnSpMkLst>
        </pc:cxnChg>
        <pc:cxnChg chg="add">
          <ac:chgData name="lorna kemboi" userId="a7c9ba4e8a2c8fd6" providerId="LiveId" clId="{D6136C6F-569E-47E4-B7B5-45779AD99402}" dt="2026-10-21T21:53:58.360" v="657" actId="11529"/>
          <ac:cxnSpMkLst>
            <pc:docMk/>
            <pc:sldMk cId="4118099144" sldId="262"/>
            <ac:cxnSpMk id="11" creationId="{AC9C915D-4D14-F7CE-5D8A-5EBB812416F1}"/>
          </ac:cxnSpMkLst>
        </pc:cxnChg>
      </pc:sldChg>
      <pc:sldChg chg="modSp new mod">
        <pc:chgData name="lorna kemboi" userId="a7c9ba4e8a2c8fd6" providerId="LiveId" clId="{D6136C6F-569E-47E4-B7B5-45779AD99402}" dt="2026-10-21T22:12:48.897" v="667"/>
        <pc:sldMkLst>
          <pc:docMk/>
          <pc:sldMk cId="1211442594" sldId="263"/>
        </pc:sldMkLst>
        <pc:spChg chg="mod">
          <ac:chgData name="lorna kemboi" userId="a7c9ba4e8a2c8fd6" providerId="LiveId" clId="{D6136C6F-569E-47E4-B7B5-45779AD99402}" dt="2026-10-21T22:10:36.336" v="664" actId="14100"/>
          <ac:spMkLst>
            <pc:docMk/>
            <pc:sldMk cId="1211442594" sldId="263"/>
            <ac:spMk id="2" creationId="{2A15C2F0-D76B-547B-D4C1-121C9FCAC503}"/>
          </ac:spMkLst>
        </pc:spChg>
        <pc:spChg chg="mod">
          <ac:chgData name="lorna kemboi" userId="a7c9ba4e8a2c8fd6" providerId="LiveId" clId="{D6136C6F-569E-47E4-B7B5-45779AD99402}" dt="2026-10-21T22:12:48.897" v="667"/>
          <ac:spMkLst>
            <pc:docMk/>
            <pc:sldMk cId="1211442594" sldId="263"/>
            <ac:spMk id="3" creationId="{D58546BA-2FBD-EDE3-5301-F54016E2B7A6}"/>
          </ac:spMkLst>
        </pc:spChg>
      </pc:sldChg>
      <pc:sldChg chg="modSp new mod">
        <pc:chgData name="lorna kemboi" userId="a7c9ba4e8a2c8fd6" providerId="LiveId" clId="{D6136C6F-569E-47E4-B7B5-45779AD99402}" dt="2026-10-21T22:14:49.948" v="676"/>
        <pc:sldMkLst>
          <pc:docMk/>
          <pc:sldMk cId="500349135" sldId="264"/>
        </pc:sldMkLst>
        <pc:spChg chg="mod">
          <ac:chgData name="lorna kemboi" userId="a7c9ba4e8a2c8fd6" providerId="LiveId" clId="{D6136C6F-569E-47E4-B7B5-45779AD99402}" dt="2026-10-21T22:14:04.298" v="671" actId="14100"/>
          <ac:spMkLst>
            <pc:docMk/>
            <pc:sldMk cId="500349135" sldId="264"/>
            <ac:spMk id="2" creationId="{E637DD1E-4684-9DCF-D836-92C65046C6A7}"/>
          </ac:spMkLst>
        </pc:spChg>
        <pc:spChg chg="mod">
          <ac:chgData name="lorna kemboi" userId="a7c9ba4e8a2c8fd6" providerId="LiveId" clId="{D6136C6F-569E-47E4-B7B5-45779AD99402}" dt="2026-10-21T22:14:49.948" v="676"/>
          <ac:spMkLst>
            <pc:docMk/>
            <pc:sldMk cId="500349135" sldId="264"/>
            <ac:spMk id="3" creationId="{BAD7FCF9-1085-736F-7575-95B417276D4E}"/>
          </ac:spMkLst>
        </pc:spChg>
      </pc:sldChg>
      <pc:sldChg chg="modSp new mod">
        <pc:chgData name="lorna kemboi" userId="a7c9ba4e8a2c8fd6" providerId="LiveId" clId="{D6136C6F-569E-47E4-B7B5-45779AD99402}" dt="2026-10-21T22:33:36.079" v="717"/>
        <pc:sldMkLst>
          <pc:docMk/>
          <pc:sldMk cId="2807837948" sldId="265"/>
        </pc:sldMkLst>
        <pc:spChg chg="mod">
          <ac:chgData name="lorna kemboi" userId="a7c9ba4e8a2c8fd6" providerId="LiveId" clId="{D6136C6F-569E-47E4-B7B5-45779AD99402}" dt="2026-10-21T22:31:27.482" v="691" actId="14100"/>
          <ac:spMkLst>
            <pc:docMk/>
            <pc:sldMk cId="2807837948" sldId="265"/>
            <ac:spMk id="2" creationId="{EB1C2692-D575-430C-DF3A-B4996A2F7FED}"/>
          </ac:spMkLst>
        </pc:spChg>
        <pc:spChg chg="mod">
          <ac:chgData name="lorna kemboi" userId="a7c9ba4e8a2c8fd6" providerId="LiveId" clId="{D6136C6F-569E-47E4-B7B5-45779AD99402}" dt="2026-10-21T22:33:36.079" v="717"/>
          <ac:spMkLst>
            <pc:docMk/>
            <pc:sldMk cId="2807837948" sldId="265"/>
            <ac:spMk id="3" creationId="{9C4AE00E-0D33-B16F-61E3-F027AA43CEAB}"/>
          </ac:spMkLst>
        </pc:spChg>
      </pc:sldChg>
      <pc:sldMasterChg chg="modSldLayout">
        <pc:chgData name="lorna kemboi" userId="a7c9ba4e8a2c8fd6" providerId="LiveId" clId="{D6136C6F-569E-47E4-B7B5-45779AD99402}" dt="2026-10-21T21:20:44.279" v="178"/>
        <pc:sldMasterMkLst>
          <pc:docMk/>
          <pc:sldMasterMk cId="3647198981" sldId="2147483857"/>
        </pc:sldMasterMkLst>
        <pc:sldLayoutChg chg="delSp">
          <pc:chgData name="lorna kemboi" userId="a7c9ba4e8a2c8fd6" providerId="LiveId" clId="{D6136C6F-569E-47E4-B7B5-45779AD99402}" dt="2026-10-21T21:20:44.279" v="178"/>
          <pc:sldLayoutMkLst>
            <pc:docMk/>
            <pc:sldMasterMk cId="3647198981" sldId="2147483857"/>
            <pc:sldLayoutMk cId="4124358851" sldId="2147483875"/>
          </pc:sldLayoutMkLst>
          <pc:spChg chg="del">
            <ac:chgData name="lorna kemboi" userId="a7c9ba4e8a2c8fd6" providerId="LiveId" clId="{D6136C6F-569E-47E4-B7B5-45779AD99402}" dt="2026-10-21T21:20:44.279" v="178"/>
            <ac:spMkLst>
              <pc:docMk/>
              <pc:sldMasterMk cId="3647198981" sldId="2147483857"/>
              <pc:sldLayoutMk cId="4124358851" sldId="2147483875"/>
              <ac:spMk id="11" creationId="{6D514160-DA6E-9655-9294-6538F297B73D}"/>
            </ac:spMkLst>
          </pc:spChg>
          <pc:spChg chg="del">
            <ac:chgData name="lorna kemboi" userId="a7c9ba4e8a2c8fd6" providerId="LiveId" clId="{D6136C6F-569E-47E4-B7B5-45779AD99402}" dt="2026-10-21T21:20:44.279" v="178"/>
            <ac:spMkLst>
              <pc:docMk/>
              <pc:sldMasterMk cId="3647198981" sldId="2147483857"/>
              <pc:sldLayoutMk cId="4124358851" sldId="2147483875"/>
              <ac:spMk id="12" creationId="{B2EC29EB-3E43-F1FF-EB6B-9F5C908FFCC8}"/>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42EAC9-02DF-4E9E-9CA6-DB32A437A278}" type="datetimeFigureOut">
              <a:rPr lang="en-US" smtClean="0"/>
              <a:t>10/22/2026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DC9FA1-C3B7-4ED9-AA72-406DC1643DA7}" type="slidenum">
              <a:rPr lang="en-US" smtClean="0"/>
              <a:t>‹#›</a:t>
            </a:fld>
            <a:endParaRPr lang="en-US"/>
          </a:p>
        </p:txBody>
      </p:sp>
    </p:spTree>
    <p:extLst>
      <p:ext uri="{BB962C8B-B14F-4D97-AF65-F5344CB8AC3E}">
        <p14:creationId xmlns:p14="http://schemas.microsoft.com/office/powerpoint/2010/main" val="40037174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8DC9FA1-C3B7-4ED9-AA72-406DC1643DA7}" type="slidenum">
              <a:rPr lang="en-US" smtClean="0"/>
              <a:t>1</a:t>
            </a:fld>
            <a:endParaRPr lang="en-US"/>
          </a:p>
        </p:txBody>
      </p:sp>
    </p:spTree>
    <p:extLst>
      <p:ext uri="{BB962C8B-B14F-4D97-AF65-F5344CB8AC3E}">
        <p14:creationId xmlns:p14="http://schemas.microsoft.com/office/powerpoint/2010/main" val="25716526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6789" y="-1"/>
            <a:ext cx="12192001" cy="6858000"/>
          </a:xfrm>
          <a:blipFill>
            <a:blip r:embed="rId2">
              <a:alphaModFix amt="70000"/>
            </a:blip>
            <a:stretch>
              <a:fillRect/>
            </a:stretch>
          </a:blipFill>
        </p:spPr>
        <p:txBody>
          <a:bodyPr/>
          <a:lstStyle>
            <a:lvl1pPr>
              <a:defRPr/>
            </a:lvl1pPr>
          </a:lstStyle>
          <a:p>
            <a:r>
              <a:rPr lang="en-US" dirty="0"/>
              <a:t>   </a:t>
            </a:r>
          </a:p>
        </p:txBody>
      </p:sp>
      <p:sp>
        <p:nvSpPr>
          <p:cNvPr id="6" name="Title 5">
            <a:extLst>
              <a:ext uri="{FF2B5EF4-FFF2-40B4-BE49-F238E27FC236}">
                <a16:creationId xmlns:a16="http://schemas.microsoft.com/office/drawing/2014/main" id="{F7DA815B-BFAB-3E8D-D7E1-E7F9DE0A7703}"/>
              </a:ext>
            </a:extLst>
          </p:cNvPr>
          <p:cNvSpPr>
            <a:spLocks noGrp="1"/>
          </p:cNvSpPr>
          <p:nvPr>
            <p:ph type="title"/>
          </p:nvPr>
        </p:nvSpPr>
        <p:spPr>
          <a:xfrm>
            <a:off x="0" y="-1"/>
            <a:ext cx="6096000" cy="6857999"/>
          </a:xfrm>
          <a:gradFill>
            <a:gsLst>
              <a:gs pos="86000">
                <a:schemeClr val="accent4">
                  <a:lumMod val="50000"/>
                  <a:alpha val="95000"/>
                </a:schemeClr>
              </a:gs>
              <a:gs pos="100000">
                <a:schemeClr val="bg2">
                  <a:alpha val="90000"/>
                </a:schemeClr>
              </a:gs>
              <a:gs pos="42000">
                <a:srgbClr val="161824">
                  <a:alpha val="20000"/>
                </a:srgbClr>
              </a:gs>
              <a:gs pos="18000">
                <a:schemeClr val="bg2">
                  <a:lumMod val="90000"/>
                  <a:lumOff val="10000"/>
                  <a:alpha val="0"/>
                </a:schemeClr>
              </a:gs>
            </a:gsLst>
            <a:lin ang="11400000" scaled="0"/>
          </a:gradFill>
        </p:spPr>
        <p:txBody>
          <a:bodyPr lIns="365760" tIns="822960" rIns="914400" bIns="2286000" anchor="t"/>
          <a:lstStyle>
            <a:lvl1pPr>
              <a:defRPr sz="5000"/>
            </a:lvl1pPr>
          </a:lstStyle>
          <a:p>
            <a:r>
              <a:rPr lang="en-US"/>
              <a:t>Click to edit Master title style</a:t>
            </a:r>
            <a:endParaRPr lang="en-US" dirty="0"/>
          </a:p>
        </p:txBody>
      </p:sp>
      <p:sp>
        <p:nvSpPr>
          <p:cNvPr id="15" name="Subtitle 2">
            <a:extLst>
              <a:ext uri="{FF2B5EF4-FFF2-40B4-BE49-F238E27FC236}">
                <a16:creationId xmlns:a16="http://schemas.microsoft.com/office/drawing/2014/main" id="{57758407-B9B8-FC90-BBF1-B9013F196E21}"/>
              </a:ext>
            </a:extLst>
          </p:cNvPr>
          <p:cNvSpPr>
            <a:spLocks noGrp="1"/>
          </p:cNvSpPr>
          <p:nvPr>
            <p:ph type="subTitle" idx="1"/>
          </p:nvPr>
        </p:nvSpPr>
        <p:spPr>
          <a:xfrm>
            <a:off x="0" y="2401889"/>
            <a:ext cx="6096000" cy="4456112"/>
          </a:xfrm>
          <a:gradFill>
            <a:gsLst>
              <a:gs pos="35000">
                <a:schemeClr val="bg2">
                  <a:alpha val="32000"/>
                </a:schemeClr>
              </a:gs>
              <a:gs pos="56000">
                <a:schemeClr val="accent6">
                  <a:alpha val="0"/>
                </a:schemeClr>
              </a:gs>
              <a:gs pos="8000">
                <a:schemeClr val="bg2"/>
              </a:gs>
              <a:gs pos="22000">
                <a:schemeClr val="bg2">
                  <a:alpha val="67000"/>
                </a:schemeClr>
              </a:gs>
            </a:gsLst>
            <a:path path="circle">
              <a:fillToRect t="100000" r="100000"/>
            </a:path>
          </a:gradFill>
        </p:spPr>
        <p:txBody>
          <a:bodyPr vert="horz" lIns="393192" tIns="457200" rIns="274320" bIns="731520" rtlCol="0" anchor="b">
            <a:normAutofit/>
          </a:bodyPr>
          <a:lstStyle>
            <a:lvl1pPr marL="0" indent="0">
              <a:buNone/>
              <a:defRPr lang="en-US" sz="1400" dirty="0"/>
            </a:lvl1pPr>
          </a:lstStyle>
          <a:p>
            <a:pPr lvl="0"/>
            <a:r>
              <a:rPr lang="en-US"/>
              <a:t>Click to edit Master subtitle style</a:t>
            </a:r>
            <a:endParaRPr lang="en-US" dirty="0"/>
          </a:p>
        </p:txBody>
      </p:sp>
      <p:sp>
        <p:nvSpPr>
          <p:cNvPr id="11" name="Date Placeholder 10">
            <a:extLst>
              <a:ext uri="{FF2B5EF4-FFF2-40B4-BE49-F238E27FC236}">
                <a16:creationId xmlns:a16="http://schemas.microsoft.com/office/drawing/2014/main" id="{A03BE6F4-76AC-1913-6858-8449FC30A22C}"/>
              </a:ext>
            </a:extLst>
          </p:cNvPr>
          <p:cNvSpPr>
            <a:spLocks noGrp="1"/>
          </p:cNvSpPr>
          <p:nvPr>
            <p:ph type="dt" sz="half" idx="14"/>
          </p:nvPr>
        </p:nvSpPr>
        <p:spPr/>
        <p:txBody>
          <a:bodyPr/>
          <a:lstStyle/>
          <a:p>
            <a:fld id="{437F01D7-30D5-4278-A93F-DE4EDE5E46D3}" type="datetimeFigureOut">
              <a:rPr lang="en-US" smtClean="0"/>
              <a:t>10/22/2026</a:t>
            </a:fld>
            <a:endParaRPr lang="en-US"/>
          </a:p>
        </p:txBody>
      </p:sp>
      <p:sp>
        <p:nvSpPr>
          <p:cNvPr id="12" name="Footer Placeholder 11">
            <a:extLst>
              <a:ext uri="{FF2B5EF4-FFF2-40B4-BE49-F238E27FC236}">
                <a16:creationId xmlns:a16="http://schemas.microsoft.com/office/drawing/2014/main" id="{3A959F0E-1234-A029-DD14-0642D1457559}"/>
              </a:ext>
            </a:extLst>
          </p:cNvPr>
          <p:cNvSpPr>
            <a:spLocks noGrp="1"/>
          </p:cNvSpPr>
          <p:nvPr>
            <p:ph type="ftr" sz="quarter" idx="15"/>
          </p:nvPr>
        </p:nvSpPr>
        <p:spPr/>
        <p:txBody>
          <a:bodyPr/>
          <a:lstStyle/>
          <a:p>
            <a:endParaRPr lang="en-US"/>
          </a:p>
        </p:txBody>
      </p:sp>
      <p:sp>
        <p:nvSpPr>
          <p:cNvPr id="14" name="Slide Number Placeholder 13">
            <a:extLst>
              <a:ext uri="{FF2B5EF4-FFF2-40B4-BE49-F238E27FC236}">
                <a16:creationId xmlns:a16="http://schemas.microsoft.com/office/drawing/2014/main" id="{42107F04-5566-3CCB-8B23-B8B3ECBA5457}"/>
              </a:ext>
            </a:extLst>
          </p:cNvPr>
          <p:cNvSpPr>
            <a:spLocks noGrp="1"/>
          </p:cNvSpPr>
          <p:nvPr>
            <p:ph type="sldNum" sz="quarter" idx="16"/>
          </p:nvPr>
        </p:nvSpPr>
        <p:spPr/>
        <p:txBody>
          <a:bodyPr/>
          <a:lstStyle/>
          <a:p>
            <a:fld id="{7100DB61-BF65-49F8-AA6F-6E286B6EA4EC}" type="slidenum">
              <a:rPr lang="en-US" smtClean="0"/>
              <a:t>‹#›</a:t>
            </a:fld>
            <a:endParaRPr lang="en-US"/>
          </a:p>
        </p:txBody>
      </p:sp>
    </p:spTree>
    <p:extLst>
      <p:ext uri="{BB962C8B-B14F-4D97-AF65-F5344CB8AC3E}">
        <p14:creationId xmlns:p14="http://schemas.microsoft.com/office/powerpoint/2010/main" val="1825007240"/>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22282"/>
            <a:ext cx="9830017" cy="731520"/>
          </a:xfrm>
        </p:spPr>
        <p:txBody>
          <a:bodyPr anchor="b">
            <a:normAutofit/>
          </a:bodyPr>
          <a:lstStyle>
            <a:lvl1pPr>
              <a:defRPr sz="28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437F01D7-30D5-4278-A93F-DE4EDE5E46D3}" type="datetimeFigureOut">
              <a:rPr lang="en-US" smtClean="0"/>
              <a:t>10/22/2026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7100DB61-BF65-49F8-AA6F-6E286B6EA4EC}"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2" y="2011680"/>
            <a:ext cx="11402568"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a:extLst>
              <a:ext uri="{FF2B5EF4-FFF2-40B4-BE49-F238E27FC236}">
                <a16:creationId xmlns:a16="http://schemas.microsoft.com/office/drawing/2014/main" id="{F14132CA-3777-075A-ECC4-B9DEFA9B3CEB}"/>
              </a:ext>
            </a:extLst>
          </p:cNvPr>
          <p:cNvCxnSpPr>
            <a:cxnSpLocks/>
          </p:cNvCxnSpPr>
          <p:nvPr/>
        </p:nvCxnSpPr>
        <p:spPr>
          <a:xfrm flipH="1">
            <a:off x="394716" y="170483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9254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92000" cy="6858000"/>
          </a:xfrm>
          <a:blipFill>
            <a:blip r:embed="rId2">
              <a:alphaModFix amt="70000"/>
            </a:blip>
            <a:stretch>
              <a:fillRect l="-2" t="-1" b="-19091"/>
            </a:stretch>
          </a:blipFill>
        </p:spPr>
        <p:txBody>
          <a:bodyPr/>
          <a:lstStyle>
            <a:lvl1pPr>
              <a:defRPr/>
            </a:lvl1pPr>
          </a:lstStyle>
          <a:p>
            <a:r>
              <a:rPr lang="en-US" dirty="0"/>
              <a:t>   </a:t>
            </a:r>
          </a:p>
        </p:txBody>
      </p:sp>
      <p:sp>
        <p:nvSpPr>
          <p:cNvPr id="10" name="Title 9">
            <a:extLst>
              <a:ext uri="{FF2B5EF4-FFF2-40B4-BE49-F238E27FC236}">
                <a16:creationId xmlns:a16="http://schemas.microsoft.com/office/drawing/2014/main" id="{D35AE1E4-9BA4-415B-370F-31BCBBC952D7}"/>
              </a:ext>
            </a:extLst>
          </p:cNvPr>
          <p:cNvSpPr>
            <a:spLocks noGrp="1"/>
          </p:cNvSpPr>
          <p:nvPr>
            <p:ph type="title"/>
          </p:nvPr>
        </p:nvSpPr>
        <p:spPr>
          <a:xfrm>
            <a:off x="6096000" y="-1"/>
            <a:ext cx="6096000" cy="6857999"/>
          </a:xfrm>
          <a:gradFill>
            <a:gsLst>
              <a:gs pos="100000">
                <a:schemeClr val="bg2">
                  <a:alpha val="90000"/>
                </a:schemeClr>
              </a:gs>
              <a:gs pos="34000">
                <a:srgbClr val="061F7B">
                  <a:alpha val="5000"/>
                  <a:lumMod val="74000"/>
                </a:srgbClr>
              </a:gs>
              <a:gs pos="15000">
                <a:schemeClr val="accent1">
                  <a:lumMod val="75000"/>
                  <a:alpha val="0"/>
                </a:schemeClr>
              </a:gs>
            </a:gsLst>
            <a:lin ang="600000" scaled="0"/>
          </a:gradFill>
          <a:ln>
            <a:solidFill>
              <a:schemeClr val="tx1"/>
            </a:solidFill>
          </a:ln>
        </p:spPr>
        <p:txBody>
          <a:bodyPr lIns="1600200" tIns="822960" rIns="274320" bIns="457200" anchor="t"/>
          <a:lstStyle>
            <a:lvl1pPr>
              <a:defRPr sz="4200"/>
            </a:lvl1pPr>
          </a:lstStyle>
          <a:p>
            <a:r>
              <a:rPr lang="en-US"/>
              <a:t>Click to edit Master title style</a:t>
            </a:r>
            <a:endParaRPr lang="en-US" dirty="0"/>
          </a:p>
        </p:txBody>
      </p:sp>
      <p:sp>
        <p:nvSpPr>
          <p:cNvPr id="5" name="Subtitle 2">
            <a:extLst>
              <a:ext uri="{FF2B5EF4-FFF2-40B4-BE49-F238E27FC236}">
                <a16:creationId xmlns:a16="http://schemas.microsoft.com/office/drawing/2014/main" id="{D54B625A-114F-C2DE-F195-EF26EC052662}"/>
              </a:ext>
            </a:extLst>
          </p:cNvPr>
          <p:cNvSpPr>
            <a:spLocks noGrp="1"/>
          </p:cNvSpPr>
          <p:nvPr>
            <p:ph type="subTitle" idx="1"/>
          </p:nvPr>
        </p:nvSpPr>
        <p:spPr>
          <a:xfrm>
            <a:off x="5002306" y="4231338"/>
            <a:ext cx="7189694" cy="2626661"/>
          </a:xfrm>
          <a:gradFill>
            <a:gsLst>
              <a:gs pos="63000">
                <a:schemeClr val="accent5">
                  <a:lumMod val="75000"/>
                  <a:alpha val="0"/>
                </a:schemeClr>
              </a:gs>
              <a:gs pos="100000">
                <a:schemeClr val="accent3">
                  <a:lumMod val="60000"/>
                  <a:lumOff val="40000"/>
                  <a:alpha val="69000"/>
                </a:schemeClr>
              </a:gs>
              <a:gs pos="13000">
                <a:schemeClr val="bg2">
                  <a:alpha val="0"/>
                </a:schemeClr>
              </a:gs>
            </a:gsLst>
            <a:lin ang="4200000" scaled="0"/>
          </a:gradFill>
        </p:spPr>
        <p:txBody>
          <a:bodyPr vert="horz" lIns="2743200" tIns="640080" rIns="457200" bIns="731520" rtlCol="0" anchor="b">
            <a:normAutofit/>
          </a:bodyPr>
          <a:lstStyle>
            <a:lvl1pPr marL="0" indent="0">
              <a:buNone/>
              <a:defRPr lang="en-US" sz="1400" dirty="0"/>
            </a:lvl1pPr>
          </a:lstStyle>
          <a:p>
            <a:pPr lvl="0"/>
            <a:r>
              <a:rPr lang="en-US"/>
              <a:t>Click to edit Master subtitle style</a:t>
            </a:r>
            <a:endParaRPr lang="en-US" dirty="0"/>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7620000" y="210312"/>
            <a:ext cx="1473201" cy="365760"/>
          </a:xfrm>
        </p:spPr>
        <p:txBody>
          <a:bodyPr/>
          <a:lstStyle/>
          <a:p>
            <a:fld id="{437F01D7-30D5-4278-A93F-DE4EDE5E46D3}" type="datetimeFigureOut">
              <a:rPr lang="en-US" smtClean="0"/>
              <a:t>10/22/2026</a:t>
            </a:fld>
            <a:endParaRPr lang="en-US"/>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164921" y="210312"/>
            <a:ext cx="2181351" cy="365760"/>
          </a:xfrm>
        </p:spPr>
        <p:txBody>
          <a:bodyPr/>
          <a:lstStyle/>
          <a:p>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7711" y="210312"/>
            <a:ext cx="448805" cy="365760"/>
          </a:xfrm>
        </p:spPr>
        <p:txBody>
          <a:bodyPr/>
          <a:lstStyle/>
          <a:p>
            <a:fld id="{7100DB61-BF65-49F8-AA6F-6E286B6EA4EC}" type="slidenum">
              <a:rPr lang="en-US" smtClean="0"/>
              <a:t>‹#›</a:t>
            </a:fld>
            <a:endParaRPr lang="en-US"/>
          </a:p>
        </p:txBody>
      </p:sp>
    </p:spTree>
    <p:extLst>
      <p:ext uri="{BB962C8B-B14F-4D97-AF65-F5344CB8AC3E}">
        <p14:creationId xmlns:p14="http://schemas.microsoft.com/office/powerpoint/2010/main" val="858785417"/>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A70A2D-6A6F-D8FD-B860-1F184E1B5E94}"/>
              </a:ext>
            </a:extLst>
          </p:cNvPr>
          <p:cNvSpPr>
            <a:spLocks noGrp="1"/>
          </p:cNvSpPr>
          <p:nvPr>
            <p:ph type="title"/>
          </p:nvPr>
        </p:nvSpPr>
        <p:spPr>
          <a:xfrm>
            <a:off x="274320" y="1133214"/>
            <a:ext cx="11631478" cy="1825674"/>
          </a:xfrm>
        </p:spPr>
        <p:txBody>
          <a:bodyPr anchor="t"/>
          <a:lstStyle>
            <a:lvl1pPr>
              <a:defRPr sz="5000"/>
            </a:lvl1pPr>
          </a:lstStyle>
          <a:p>
            <a:r>
              <a:rPr lang="en-US"/>
              <a:t>Click to edit Master title style</a:t>
            </a:r>
          </a:p>
        </p:txBody>
      </p:sp>
      <p:sp>
        <p:nvSpPr>
          <p:cNvPr id="7" name="Subtitle 2">
            <a:extLst>
              <a:ext uri="{FF2B5EF4-FFF2-40B4-BE49-F238E27FC236}">
                <a16:creationId xmlns:a16="http://schemas.microsoft.com/office/drawing/2014/main" id="{D95EA3D9-98A4-3891-668D-DF99CC18D7AC}"/>
              </a:ext>
            </a:extLst>
          </p:cNvPr>
          <p:cNvSpPr>
            <a:spLocks noGrp="1"/>
          </p:cNvSpPr>
          <p:nvPr>
            <p:ph type="subTitle" idx="1"/>
          </p:nvPr>
        </p:nvSpPr>
        <p:spPr>
          <a:xfrm>
            <a:off x="301751" y="5351226"/>
            <a:ext cx="7235954" cy="771276"/>
          </a:xfrm>
          <a:noFill/>
        </p:spPr>
        <p:txBody>
          <a:bodyPr vert="horz" lIns="91440" tIns="45720" rIns="91440" bIns="45720" rtlCol="0" anchor="t">
            <a:noAutofit/>
          </a:bodyPr>
          <a:lstStyle>
            <a:lvl1pPr marL="0" indent="0">
              <a:buNone/>
              <a:defRPr lang="en-US" sz="1800" dirty="0"/>
            </a:lvl1pPr>
          </a:lstStyle>
          <a:p>
            <a:pPr lvl="0"/>
            <a:r>
              <a:rPr lang="en-US"/>
              <a:t>Click to edit Master subtitle style</a:t>
            </a:r>
            <a:endParaRPr lang="en-US" dirty="0"/>
          </a:p>
        </p:txBody>
      </p:sp>
      <p:sp>
        <p:nvSpPr>
          <p:cNvPr id="15" name="Date Placeholder 14">
            <a:extLst>
              <a:ext uri="{FF2B5EF4-FFF2-40B4-BE49-F238E27FC236}">
                <a16:creationId xmlns:a16="http://schemas.microsoft.com/office/drawing/2014/main" id="{4E1D7382-6629-2CE5-9CD1-12C42772E0D2}"/>
              </a:ext>
            </a:extLst>
          </p:cNvPr>
          <p:cNvSpPr>
            <a:spLocks noGrp="1"/>
          </p:cNvSpPr>
          <p:nvPr>
            <p:ph type="dt" sz="half" idx="10"/>
          </p:nvPr>
        </p:nvSpPr>
        <p:spPr/>
        <p:txBody>
          <a:bodyPr/>
          <a:lstStyle/>
          <a:p>
            <a:fld id="{437F01D7-30D5-4278-A93F-DE4EDE5E46D3}" type="datetimeFigureOut">
              <a:rPr lang="en-US" smtClean="0"/>
              <a:t>10/22/2026</a:t>
            </a:fld>
            <a:endParaRPr lang="en-US"/>
          </a:p>
        </p:txBody>
      </p:sp>
      <p:sp>
        <p:nvSpPr>
          <p:cNvPr id="16" name="Footer Placeholder 15">
            <a:extLst>
              <a:ext uri="{FF2B5EF4-FFF2-40B4-BE49-F238E27FC236}">
                <a16:creationId xmlns:a16="http://schemas.microsoft.com/office/drawing/2014/main" id="{04D3FCD7-2C92-02D9-B65F-03119FF69156}"/>
              </a:ext>
            </a:extLst>
          </p:cNvPr>
          <p:cNvSpPr>
            <a:spLocks noGrp="1"/>
          </p:cNvSpPr>
          <p:nvPr>
            <p:ph type="ftr" sz="quarter" idx="11"/>
          </p:nvPr>
        </p:nvSpPr>
        <p:spPr/>
        <p:txBody>
          <a:bodyPr/>
          <a:lstStyle/>
          <a:p>
            <a:endParaRPr lang="en-US"/>
          </a:p>
        </p:txBody>
      </p:sp>
      <p:sp>
        <p:nvSpPr>
          <p:cNvPr id="17" name="Slide Number Placeholder 16">
            <a:extLst>
              <a:ext uri="{FF2B5EF4-FFF2-40B4-BE49-F238E27FC236}">
                <a16:creationId xmlns:a16="http://schemas.microsoft.com/office/drawing/2014/main" id="{6825B394-7F27-6399-8BDB-45CADE4F48C2}"/>
              </a:ext>
            </a:extLst>
          </p:cNvPr>
          <p:cNvSpPr>
            <a:spLocks noGrp="1"/>
          </p:cNvSpPr>
          <p:nvPr>
            <p:ph type="sldNum" sz="quarter" idx="12"/>
          </p:nvPr>
        </p:nvSpPr>
        <p:spPr/>
        <p:txBody>
          <a:bodyPr/>
          <a:lstStyle/>
          <a:p>
            <a:fld id="{7100DB61-BF65-49F8-AA6F-6E286B6EA4EC}" type="slidenum">
              <a:rPr lang="en-US" smtClean="0"/>
              <a:t>‹#›</a:t>
            </a:fld>
            <a:endParaRPr lang="en-US"/>
          </a:p>
        </p:txBody>
      </p:sp>
      <p:sp>
        <p:nvSpPr>
          <p:cNvPr id="11" name="Rectangle 10">
            <a:extLst>
              <a:ext uri="{FF2B5EF4-FFF2-40B4-BE49-F238E27FC236}">
                <a16:creationId xmlns:a16="http://schemas.microsoft.com/office/drawing/2014/main" id="{6D514160-DA6E-9655-9294-6538F297B73D}"/>
              </a:ext>
            </a:extLst>
          </p:cNvPr>
          <p:cNvSpPr/>
          <p:nvPr/>
        </p:nvSpPr>
        <p:spPr>
          <a:xfrm rot="10800000">
            <a:off x="0" y="3432121"/>
            <a:ext cx="12192000" cy="1825033"/>
          </a:xfrm>
          <a:prstGeom prst="rect">
            <a:avLst/>
          </a:prstGeom>
          <a:gradFill>
            <a:gsLst>
              <a:gs pos="63000">
                <a:schemeClr val="bg2">
                  <a:alpha val="0"/>
                </a:schemeClr>
              </a:gs>
              <a:gs pos="100000">
                <a:schemeClr val="accent1">
                  <a:lumMod val="7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2EC29EB-3E43-F1FF-EB6B-9F5C908FFCC8}"/>
              </a:ext>
            </a:extLst>
          </p:cNvPr>
          <p:cNvSpPr/>
          <p:nvPr/>
        </p:nvSpPr>
        <p:spPr>
          <a:xfrm rot="16200000" flipH="1">
            <a:off x="5938634" y="-996853"/>
            <a:ext cx="1825034" cy="10681699"/>
          </a:xfrm>
          <a:prstGeom prst="rect">
            <a:avLst/>
          </a:prstGeom>
          <a:gradFill>
            <a:gsLst>
              <a:gs pos="56000">
                <a:schemeClr val="bg1">
                  <a:alpha val="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4486182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D93006-CD9A-ACB8-4DFF-755585BD51C6}"/>
              </a:ext>
            </a:extLst>
          </p:cNvPr>
          <p:cNvSpPr/>
          <p:nvPr/>
        </p:nvSpPr>
        <p:spPr>
          <a:xfrm rot="5400000" flipH="1" flipV="1">
            <a:off x="-367222" y="367225"/>
            <a:ext cx="6866356" cy="6131909"/>
          </a:xfrm>
          <a:prstGeom prst="rect">
            <a:avLst/>
          </a:prstGeom>
          <a:gradFill>
            <a:gsLst>
              <a:gs pos="13000">
                <a:schemeClr val="accent2"/>
              </a:gs>
              <a:gs pos="60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rot="5400000" flipV="1">
            <a:off x="-1977949" y="2307330"/>
            <a:ext cx="6528619" cy="2572719"/>
          </a:xfrm>
          <a:prstGeom prst="rect">
            <a:avLst/>
          </a:prstGeom>
          <a:gradFill>
            <a:gsLst>
              <a:gs pos="0">
                <a:schemeClr val="accent1">
                  <a:lumMod val="75000"/>
                </a:schemeClr>
              </a:gs>
              <a:gs pos="42000">
                <a:schemeClr val="bg2">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a:extLst>
              <a:ext uri="{FF2B5EF4-FFF2-40B4-BE49-F238E27FC236}">
                <a16:creationId xmlns:a16="http://schemas.microsoft.com/office/drawing/2014/main" id="{72AFF5B4-F60C-7639-0259-DAA1F9833429}"/>
              </a:ext>
            </a:extLst>
          </p:cNvPr>
          <p:cNvSpPr/>
          <p:nvPr/>
        </p:nvSpPr>
        <p:spPr>
          <a:xfrm rot="10800000">
            <a:off x="1" y="4216109"/>
            <a:ext cx="8887299" cy="2644533"/>
          </a:xfrm>
          <a:prstGeom prst="rect">
            <a:avLst/>
          </a:prstGeom>
          <a:gradFill>
            <a:gsLst>
              <a:gs pos="0">
                <a:schemeClr val="accent3">
                  <a:lumMod val="60000"/>
                  <a:lumOff val="40000"/>
                </a:schemeClr>
              </a:gs>
              <a:gs pos="49000">
                <a:schemeClr val="accent4">
                  <a:lumMod val="75000"/>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3018499" y="952500"/>
            <a:ext cx="8887299" cy="5636798"/>
          </a:xfrm>
        </p:spPr>
        <p:txBody>
          <a:bodyPr anchor="b">
            <a:normAutofit/>
          </a:bodyPr>
          <a:lstStyle>
            <a:lvl1pPr algn="r">
              <a:defRPr sz="72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3FCA76BF-5E58-9143-643F-6B06864B8735}"/>
              </a:ext>
            </a:extLst>
          </p:cNvPr>
          <p:cNvSpPr>
            <a:spLocks noGrp="1"/>
          </p:cNvSpPr>
          <p:nvPr>
            <p:ph type="dt" sz="half" idx="10"/>
          </p:nvPr>
        </p:nvSpPr>
        <p:spPr/>
        <p:txBody>
          <a:bodyPr/>
          <a:lstStyle/>
          <a:p>
            <a:fld id="{437F01D7-30D5-4278-A93F-DE4EDE5E46D3}" type="datetimeFigureOut">
              <a:rPr lang="en-US" smtClean="0"/>
              <a:t>10/22/2026</a:t>
            </a:fld>
            <a:endParaRPr lang="en-US"/>
          </a:p>
        </p:txBody>
      </p:sp>
      <p:sp>
        <p:nvSpPr>
          <p:cNvPr id="4" name="Footer Placeholder 3">
            <a:extLst>
              <a:ext uri="{FF2B5EF4-FFF2-40B4-BE49-F238E27FC236}">
                <a16:creationId xmlns:a16="http://schemas.microsoft.com/office/drawing/2014/main" id="{006C9F8B-DAAC-4FD9-5257-842E1B079B6D}"/>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DEF8E261-B260-D169-5279-F4153543A76C}"/>
              </a:ext>
            </a:extLst>
          </p:cNvPr>
          <p:cNvSpPr>
            <a:spLocks noGrp="1"/>
          </p:cNvSpPr>
          <p:nvPr>
            <p:ph type="sldNum" sz="quarter" idx="12"/>
          </p:nvPr>
        </p:nvSpPr>
        <p:spPr/>
        <p:txBody>
          <a:bodyPr/>
          <a:lstStyle/>
          <a:p>
            <a:fld id="{7100DB61-BF65-49F8-AA6F-6E286B6EA4EC}" type="slidenum">
              <a:rPr lang="en-US" smtClean="0"/>
              <a:t>‹#›</a:t>
            </a:fld>
            <a:endParaRPr lang="en-US"/>
          </a:p>
        </p:txBody>
      </p:sp>
    </p:spTree>
    <p:extLst>
      <p:ext uri="{BB962C8B-B14F-4D97-AF65-F5344CB8AC3E}">
        <p14:creationId xmlns:p14="http://schemas.microsoft.com/office/powerpoint/2010/main" val="12521437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1AE9B9-D0DC-50F5-FE7E-BCF950A9B60C}"/>
              </a:ext>
            </a:extLst>
          </p:cNvPr>
          <p:cNvSpPr/>
          <p:nvPr/>
        </p:nvSpPr>
        <p:spPr>
          <a:xfrm>
            <a:off x="28450" y="0"/>
            <a:ext cx="7600185" cy="6858000"/>
          </a:xfrm>
          <a:prstGeom prst="rect">
            <a:avLst/>
          </a:prstGeom>
          <a:gradFill>
            <a:gsLst>
              <a:gs pos="52000">
                <a:schemeClr val="bg2">
                  <a:alpha val="0"/>
                </a:schemeClr>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0" y="3409447"/>
            <a:ext cx="7609635" cy="3448553"/>
          </a:xfrm>
          <a:prstGeom prst="rect">
            <a:avLst/>
          </a:prstGeom>
          <a:gradFill>
            <a:gsLst>
              <a:gs pos="0">
                <a:schemeClr val="accent2"/>
              </a:gs>
              <a:gs pos="45000">
                <a:schemeClr val="bg2">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32F5B7E4-5668-20C3-5FFF-AA7F08736507}"/>
              </a:ext>
            </a:extLst>
          </p:cNvPr>
          <p:cNvSpPr/>
          <p:nvPr/>
        </p:nvSpPr>
        <p:spPr>
          <a:xfrm rot="16200000">
            <a:off x="394816" y="-375817"/>
            <a:ext cx="6858000" cy="7609635"/>
          </a:xfrm>
          <a:prstGeom prst="rect">
            <a:avLst/>
          </a:prstGeom>
          <a:gradFill>
            <a:gsLst>
              <a:gs pos="0">
                <a:schemeClr val="tx1"/>
              </a:gs>
              <a:gs pos="18000">
                <a:schemeClr val="accent3">
                  <a:lumMod val="60000"/>
                  <a:lumOff val="40000"/>
                  <a:alpha val="72000"/>
                </a:schemeClr>
              </a:gs>
              <a:gs pos="56000">
                <a:schemeClr val="accent1">
                  <a:lumMod val="50000"/>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68344FF-8882-8B2E-4777-40771425C01A}"/>
              </a:ext>
            </a:extLst>
          </p:cNvPr>
          <p:cNvSpPr/>
          <p:nvPr/>
        </p:nvSpPr>
        <p:spPr>
          <a:xfrm rot="16200000">
            <a:off x="1188613" y="417977"/>
            <a:ext cx="5518112" cy="7361933"/>
          </a:xfrm>
          <a:prstGeom prst="rect">
            <a:avLst/>
          </a:prstGeom>
          <a:gradFill flip="none" rotWithShape="1">
            <a:gsLst>
              <a:gs pos="24000">
                <a:schemeClr val="bg2">
                  <a:alpha val="0"/>
                </a:schemeClr>
              </a:gs>
              <a:gs pos="45000">
                <a:schemeClr val="bg2">
                  <a:alpha val="82000"/>
                </a:schemeClr>
              </a:gs>
              <a:gs pos="67000">
                <a:schemeClr val="bg1">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 name="Title 7">
            <a:extLst>
              <a:ext uri="{FF2B5EF4-FFF2-40B4-BE49-F238E27FC236}">
                <a16:creationId xmlns:a16="http://schemas.microsoft.com/office/drawing/2014/main" id="{5F9BCED7-6A0B-12F0-730B-5623879C9495}"/>
              </a:ext>
            </a:extLst>
          </p:cNvPr>
          <p:cNvSpPr>
            <a:spLocks noGrp="1"/>
          </p:cNvSpPr>
          <p:nvPr>
            <p:ph type="title"/>
          </p:nvPr>
        </p:nvSpPr>
        <p:spPr>
          <a:xfrm>
            <a:off x="266702" y="1714498"/>
            <a:ext cx="4960617" cy="4722876"/>
          </a:xfrm>
        </p:spPr>
        <p:txBody>
          <a:bodyPr/>
          <a:lstStyle>
            <a:lvl1pPr>
              <a:defRPr sz="5000"/>
            </a:lvl1pPr>
          </a:lstStyle>
          <a:p>
            <a:r>
              <a:rPr lang="en-US"/>
              <a:t>Click to edit Master title style</a:t>
            </a:r>
            <a:endParaRPr lang="en-US" dirty="0"/>
          </a:p>
        </p:txBody>
      </p:sp>
      <p:sp>
        <p:nvSpPr>
          <p:cNvPr id="13" name="Date Placeholder 12">
            <a:extLst>
              <a:ext uri="{FF2B5EF4-FFF2-40B4-BE49-F238E27FC236}">
                <a16:creationId xmlns:a16="http://schemas.microsoft.com/office/drawing/2014/main" id="{E14FBD3E-3A09-5EF4-6941-FFF3E03D5396}"/>
              </a:ext>
            </a:extLst>
          </p:cNvPr>
          <p:cNvSpPr>
            <a:spLocks noGrp="1"/>
          </p:cNvSpPr>
          <p:nvPr>
            <p:ph type="dt" sz="half" idx="14"/>
          </p:nvPr>
        </p:nvSpPr>
        <p:spPr/>
        <p:txBody>
          <a:bodyPr/>
          <a:lstStyle/>
          <a:p>
            <a:fld id="{437F01D7-30D5-4278-A93F-DE4EDE5E46D3}" type="datetimeFigureOut">
              <a:rPr lang="en-US" smtClean="0"/>
              <a:t>10/22/2026</a:t>
            </a:fld>
            <a:endParaRPr lang="en-US"/>
          </a:p>
        </p:txBody>
      </p:sp>
      <p:sp>
        <p:nvSpPr>
          <p:cNvPr id="14" name="Footer Placeholder 13">
            <a:extLst>
              <a:ext uri="{FF2B5EF4-FFF2-40B4-BE49-F238E27FC236}">
                <a16:creationId xmlns:a16="http://schemas.microsoft.com/office/drawing/2014/main" id="{362D8C0B-F931-385E-61C9-0E7226053F00}"/>
              </a:ext>
            </a:extLst>
          </p:cNvPr>
          <p:cNvSpPr>
            <a:spLocks noGrp="1"/>
          </p:cNvSpPr>
          <p:nvPr>
            <p:ph type="ftr" sz="quarter" idx="15"/>
          </p:nvPr>
        </p:nvSpPr>
        <p:spPr>
          <a:xfrm>
            <a:off x="7909368" y="210114"/>
            <a:ext cx="2509284" cy="365760"/>
          </a:xfrm>
        </p:spPr>
        <p:txBody>
          <a:bodyPr/>
          <a:lstStyle/>
          <a:p>
            <a:endParaRPr lang="en-US"/>
          </a:p>
        </p:txBody>
      </p:sp>
      <p:sp>
        <p:nvSpPr>
          <p:cNvPr id="15" name="Slide Number Placeholder 14">
            <a:extLst>
              <a:ext uri="{FF2B5EF4-FFF2-40B4-BE49-F238E27FC236}">
                <a16:creationId xmlns:a16="http://schemas.microsoft.com/office/drawing/2014/main" id="{07E96BDD-FAA3-3ABD-453F-3A62D97801B5}"/>
              </a:ext>
            </a:extLst>
          </p:cNvPr>
          <p:cNvSpPr>
            <a:spLocks noGrp="1"/>
          </p:cNvSpPr>
          <p:nvPr>
            <p:ph type="sldNum" sz="quarter" idx="16"/>
          </p:nvPr>
        </p:nvSpPr>
        <p:spPr/>
        <p:txBody>
          <a:bodyPr/>
          <a:lstStyle/>
          <a:p>
            <a:fld id="{7100DB61-BF65-49F8-AA6F-6E286B6EA4EC}"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952232" y="1246951"/>
            <a:ext cx="3404277" cy="4923185"/>
          </a:xfrm>
        </p:spPr>
        <p:txBody>
          <a:bodyPr vert="horz" lIns="91440" tIns="45720" rIns="91440" bIns="45720" rtlCol="0" anchor="t">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5B086C0A-2B9C-7A1D-5F77-AF7402CC1F84}"/>
              </a:ext>
            </a:extLst>
          </p:cNvPr>
          <p:cNvCxnSpPr>
            <a:cxnSpLocks/>
          </p:cNvCxnSpPr>
          <p:nvPr/>
        </p:nvCxnSpPr>
        <p:spPr>
          <a:xfrm flipH="1">
            <a:off x="8002560" y="762000"/>
            <a:ext cx="3840480"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59611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84410D4-C581-C48F-5E1D-E93DA884342F}"/>
              </a:ext>
            </a:extLst>
          </p:cNvPr>
          <p:cNvSpPr/>
          <p:nvPr/>
        </p:nvSpPr>
        <p:spPr>
          <a:xfrm rot="10800000">
            <a:off x="14619" y="-2"/>
            <a:ext cx="12177379" cy="4492404"/>
          </a:xfrm>
          <a:prstGeom prst="rect">
            <a:avLst/>
          </a:prstGeom>
          <a:gradFill flip="none" rotWithShape="1">
            <a:gsLst>
              <a:gs pos="33000">
                <a:schemeClr val="bg2">
                  <a:alpha val="0"/>
                </a:schemeClr>
              </a:gs>
              <a:gs pos="82000">
                <a:schemeClr val="accent1">
                  <a:lumMod val="50000"/>
                  <a:alpha val="44000"/>
                </a:schemeClr>
              </a:gs>
              <a:gs pos="100000">
                <a:schemeClr val="accent3">
                  <a:lumMod val="60000"/>
                  <a:lumOff val="40000"/>
                  <a:alpha val="9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723903" y="1161955"/>
            <a:ext cx="11468097" cy="3330447"/>
          </a:xfrm>
          <a:prstGeom prst="rect">
            <a:avLst/>
          </a:prstGeom>
          <a:gradFill>
            <a:gsLst>
              <a:gs pos="0">
                <a:schemeClr val="accent2">
                  <a:lumMod val="75000"/>
                </a:schemeClr>
              </a:gs>
              <a:gs pos="27000">
                <a:schemeClr val="bg2">
                  <a:alpha val="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Rectangle 2">
            <a:extLst>
              <a:ext uri="{FF2B5EF4-FFF2-40B4-BE49-F238E27FC236}">
                <a16:creationId xmlns:a16="http://schemas.microsoft.com/office/drawing/2014/main" id="{D31AE9B9-D0DC-50F5-FE7E-BCF950A9B60C}"/>
              </a:ext>
            </a:extLst>
          </p:cNvPr>
          <p:cNvSpPr/>
          <p:nvPr/>
        </p:nvSpPr>
        <p:spPr>
          <a:xfrm rot="10800000">
            <a:off x="-14621" y="-7466"/>
            <a:ext cx="6110621" cy="2500409"/>
          </a:xfrm>
          <a:prstGeom prst="rect">
            <a:avLst/>
          </a:prstGeom>
          <a:gradFill flip="none" rotWithShape="1">
            <a:gsLst>
              <a:gs pos="63000">
                <a:schemeClr val="bg2">
                  <a:alpha val="0"/>
                </a:schemeClr>
              </a:gs>
              <a:gs pos="100000">
                <a:schemeClr val="accent1">
                  <a:lumMod val="5000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B4D63E47-B71F-605F-2462-F6F2ED4F115C}"/>
              </a:ext>
            </a:extLst>
          </p:cNvPr>
          <p:cNvSpPr>
            <a:spLocks noGrp="1"/>
          </p:cNvSpPr>
          <p:nvPr>
            <p:ph type="title"/>
          </p:nvPr>
        </p:nvSpPr>
        <p:spPr>
          <a:xfrm>
            <a:off x="274320" y="1468924"/>
            <a:ext cx="5096176" cy="2461308"/>
          </a:xfrm>
        </p:spPr>
        <p:txBody>
          <a:bodyPr/>
          <a:lstStyle>
            <a:lvl1pPr>
              <a:defRPr sz="5000"/>
            </a:lvl1p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419100" y="210114"/>
            <a:ext cx="2064089" cy="365760"/>
          </a:xfrm>
        </p:spPr>
        <p:txBody>
          <a:bodyPr/>
          <a:lstStyle>
            <a:lvl1pPr>
              <a:defRPr>
                <a:solidFill>
                  <a:schemeClr val="tx1"/>
                </a:solidFill>
              </a:defRPr>
            </a:lvl1pPr>
          </a:lstStyle>
          <a:p>
            <a:fld id="{437F01D7-30D5-4278-A93F-DE4EDE5E46D3}" type="datetimeFigureOut">
              <a:rPr lang="en-US" smtClean="0"/>
              <a:t>10/22/2026</a:t>
            </a:fld>
            <a:endParaRPr lang="en-US"/>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477000" y="210114"/>
            <a:ext cx="3251508" cy="365760"/>
          </a:xfrm>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7100DB61-BF65-49F8-AA6F-6E286B6EA4EC}"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87383" y="1161955"/>
            <a:ext cx="4158158" cy="2768278"/>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9B8CAF0-3749-D1CF-0FDA-20F4B5EE9862}"/>
              </a:ext>
            </a:extLst>
          </p:cNvPr>
          <p:cNvSpPr>
            <a:spLocks noGrp="1"/>
          </p:cNvSpPr>
          <p:nvPr>
            <p:ph type="pic" sz="quarter" idx="17" hasCustomPrompt="1"/>
          </p:nvPr>
        </p:nvSpPr>
        <p:spPr>
          <a:xfrm>
            <a:off x="0" y="4492402"/>
            <a:ext cx="12192000" cy="2365597"/>
          </a:xfrm>
          <a:blipFill>
            <a:blip r:embed="rId2">
              <a:alphaModFix amt="7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348397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28AA25-2696-95B5-3DD1-1DDCE335B96E}"/>
              </a:ext>
            </a:extLst>
          </p:cNvPr>
          <p:cNvSpPr/>
          <p:nvPr/>
        </p:nvSpPr>
        <p:spPr>
          <a:xfrm>
            <a:off x="0" y="0"/>
            <a:ext cx="12192000" cy="6869579"/>
          </a:xfrm>
          <a:prstGeom prst="rect">
            <a:avLst/>
          </a:prstGeom>
          <a:gradFill flip="none" rotWithShape="1">
            <a:gsLst>
              <a:gs pos="23000">
                <a:schemeClr val="bg2">
                  <a:alpha val="0"/>
                </a:schemeClr>
              </a:gs>
              <a:gs pos="61000">
                <a:schemeClr val="accent1">
                  <a:lumMod val="50000"/>
                  <a:alpha val="50000"/>
                </a:schemeClr>
              </a:gs>
              <a:gs pos="100000">
                <a:schemeClr val="accent3">
                  <a:lumMod val="60000"/>
                  <a:lumOff val="40000"/>
                </a:schemeClr>
              </a:gs>
            </a:gsLst>
            <a:lin ang="186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E6450F3-50BF-885C-FD60-BACC77C3F1E0}"/>
              </a:ext>
            </a:extLst>
          </p:cNvPr>
          <p:cNvSpPr/>
          <p:nvPr/>
        </p:nvSpPr>
        <p:spPr>
          <a:xfrm flipH="1" flipV="1">
            <a:off x="0" y="1727456"/>
            <a:ext cx="12192001" cy="5130541"/>
          </a:xfrm>
          <a:prstGeom prst="rect">
            <a:avLst/>
          </a:prstGeom>
          <a:gradFill>
            <a:gsLst>
              <a:gs pos="0">
                <a:schemeClr val="accent2">
                  <a:lumMod val="75000"/>
                </a:schemeClr>
              </a:gs>
              <a:gs pos="45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3D53C05B-A90A-250E-CBC3-E741A87656D9}"/>
              </a:ext>
            </a:extLst>
          </p:cNvPr>
          <p:cNvSpPr/>
          <p:nvPr/>
        </p:nvSpPr>
        <p:spPr>
          <a:xfrm rot="5400000">
            <a:off x="4285048" y="-1037373"/>
            <a:ext cx="6869579" cy="8944324"/>
          </a:xfrm>
          <a:prstGeom prst="rect">
            <a:avLst/>
          </a:prstGeom>
          <a:gradFill flip="none" rotWithShape="1">
            <a:gsLst>
              <a:gs pos="60000">
                <a:schemeClr val="accent5">
                  <a:alpha val="0"/>
                </a:schemeClr>
              </a:gs>
              <a:gs pos="94000">
                <a:schemeClr val="accent3">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B1BC43-B272-D419-E8BB-6EFDB7CB6DE6}"/>
              </a:ext>
            </a:extLst>
          </p:cNvPr>
          <p:cNvSpPr/>
          <p:nvPr/>
        </p:nvSpPr>
        <p:spPr>
          <a:xfrm rot="16200000">
            <a:off x="3586718" y="-681705"/>
            <a:ext cx="6783165" cy="8296238"/>
          </a:xfrm>
          <a:prstGeom prst="rect">
            <a:avLst/>
          </a:prstGeom>
          <a:gradFill flip="none" rotWithShape="1">
            <a:gsLst>
              <a:gs pos="26000">
                <a:schemeClr val="bg2"/>
              </a:gs>
              <a:gs pos="73000">
                <a:schemeClr val="bg2">
                  <a:alpha val="0"/>
                </a:schemeClr>
              </a:gs>
            </a:gsLst>
            <a:path path="circle">
              <a:fillToRect l="50000" t="50000" r="50000" b="50000"/>
            </a:path>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cxnSp>
        <p:nvCxnSpPr>
          <p:cNvPr id="11" name="Straight Connector 10">
            <a:extLst>
              <a:ext uri="{FF2B5EF4-FFF2-40B4-BE49-F238E27FC236}">
                <a16:creationId xmlns:a16="http://schemas.microsoft.com/office/drawing/2014/main" id="{9E9B18E3-016A-6508-4AB9-C1B35F40CE8C}"/>
              </a:ext>
            </a:extLst>
          </p:cNvPr>
          <p:cNvCxnSpPr>
            <a:cxnSpLocks/>
          </p:cNvCxnSpPr>
          <p:nvPr/>
        </p:nvCxnSpPr>
        <p:spPr>
          <a:xfrm flipH="1">
            <a:off x="394716" y="6101080"/>
            <a:ext cx="11402568"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44A4757-EA69-EF77-262C-A183AC218312}"/>
              </a:ext>
            </a:extLst>
          </p:cNvPr>
          <p:cNvSpPr/>
          <p:nvPr/>
        </p:nvSpPr>
        <p:spPr>
          <a:xfrm rot="10800000">
            <a:off x="0" y="1"/>
            <a:ext cx="12192000" cy="5281424"/>
          </a:xfrm>
          <a:prstGeom prst="rect">
            <a:avLst/>
          </a:prstGeom>
          <a:gradFill flip="none" rotWithShape="1">
            <a:gsLst>
              <a:gs pos="52000">
                <a:schemeClr val="accent2">
                  <a:lumMod val="50000"/>
                  <a:alpha val="0"/>
                </a:schemeClr>
              </a:gs>
              <a:gs pos="100000">
                <a:schemeClr val="accent1">
                  <a:lumMod val="75000"/>
                </a:schemeClr>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1" y="914400"/>
            <a:ext cx="7498080" cy="2621280"/>
          </a:xfrm>
        </p:spPr>
        <p:txBody>
          <a:bodyPr anchor="b">
            <a:normAutofit/>
          </a:bodyPr>
          <a:lstStyle>
            <a:lvl1pPr>
              <a:defRPr sz="4800" b="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2BF3AD86-30C4-61DF-3300-53A4A4BB6D4D}"/>
              </a:ext>
            </a:extLst>
          </p:cNvPr>
          <p:cNvSpPr>
            <a:spLocks noGrp="1"/>
          </p:cNvSpPr>
          <p:nvPr>
            <p:ph type="dt" sz="half" idx="14"/>
          </p:nvPr>
        </p:nvSpPr>
        <p:spPr/>
        <p:txBody>
          <a:bodyPr/>
          <a:lstStyle/>
          <a:p>
            <a:fld id="{437F01D7-30D5-4278-A93F-DE4EDE5E46D3}" type="datetimeFigureOut">
              <a:rPr lang="en-US" smtClean="0"/>
              <a:t>10/22/2026</a:t>
            </a:fld>
            <a:endParaRPr lang="en-US"/>
          </a:p>
        </p:txBody>
      </p:sp>
      <p:sp>
        <p:nvSpPr>
          <p:cNvPr id="5" name="Footer Placeholder 4">
            <a:extLst>
              <a:ext uri="{FF2B5EF4-FFF2-40B4-BE49-F238E27FC236}">
                <a16:creationId xmlns:a16="http://schemas.microsoft.com/office/drawing/2014/main" id="{B40ED380-F3FA-F88A-4719-014588A2E13B}"/>
              </a:ext>
            </a:extLst>
          </p:cNvPr>
          <p:cNvSpPr>
            <a:spLocks noGrp="1"/>
          </p:cNvSpPr>
          <p:nvPr>
            <p:ph type="ftr" sz="quarter" idx="15"/>
          </p:nvPr>
        </p:nvSpPr>
        <p:spPr/>
        <p:txBody>
          <a:bodyPr/>
          <a:lstStyle/>
          <a:p>
            <a:endParaRPr lang="en-US"/>
          </a:p>
        </p:txBody>
      </p:sp>
      <p:sp>
        <p:nvSpPr>
          <p:cNvPr id="6" name="Slide Number Placeholder 5">
            <a:extLst>
              <a:ext uri="{FF2B5EF4-FFF2-40B4-BE49-F238E27FC236}">
                <a16:creationId xmlns:a16="http://schemas.microsoft.com/office/drawing/2014/main" id="{A218F7C8-EA2A-EA2C-5113-86B95AACB171}"/>
              </a:ext>
            </a:extLst>
          </p:cNvPr>
          <p:cNvSpPr>
            <a:spLocks noGrp="1"/>
          </p:cNvSpPr>
          <p:nvPr>
            <p:ph type="sldNum" sz="quarter" idx="16"/>
          </p:nvPr>
        </p:nvSpPr>
        <p:spPr/>
        <p:txBody>
          <a:bodyPr/>
          <a:lstStyle/>
          <a:p>
            <a:fld id="{7100DB61-BF65-49F8-AA6F-6E286B6EA4EC}"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3901440"/>
            <a:ext cx="7498080" cy="18288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014623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CB42C01-B12A-AF17-D0E9-403E14D1D1A7}"/>
              </a:ext>
            </a:extLst>
          </p:cNvPr>
          <p:cNvSpPr/>
          <p:nvPr/>
        </p:nvSpPr>
        <p:spPr>
          <a:xfrm rot="10800000" flipH="1">
            <a:off x="391802" y="773848"/>
            <a:ext cx="11800198" cy="3151902"/>
          </a:xfrm>
          <a:prstGeom prst="rect">
            <a:avLst/>
          </a:prstGeom>
          <a:gradFill>
            <a:gsLst>
              <a:gs pos="79000">
                <a:schemeClr val="bg2">
                  <a:alpha val="0"/>
                </a:schemeClr>
              </a:gs>
              <a:gs pos="100000">
                <a:schemeClr val="accent5">
                  <a:lumMod val="75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04AA29D-41E7-06F1-DA88-95401F827C71}"/>
              </a:ext>
            </a:extLst>
          </p:cNvPr>
          <p:cNvSpPr/>
          <p:nvPr/>
        </p:nvSpPr>
        <p:spPr>
          <a:xfrm rot="10800000" flipH="1">
            <a:off x="0" y="773847"/>
            <a:ext cx="11026588" cy="1634270"/>
          </a:xfrm>
          <a:prstGeom prst="rect">
            <a:avLst/>
          </a:prstGeom>
          <a:gradFill flip="none" rotWithShape="1">
            <a:gsLst>
              <a:gs pos="575">
                <a:schemeClr val="accent2"/>
              </a:gs>
              <a:gs pos="3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900" y="1918144"/>
            <a:ext cx="2939186" cy="2096814"/>
          </a:xfrm>
        </p:spPr>
        <p:txBody>
          <a:bodyPr vert="horz" lIns="91440" tIns="45720" rIns="91440" bIns="45720" rtlCol="0" anchor="t">
            <a:normAutofit/>
          </a:bodyPr>
          <a:lstStyle>
            <a:lvl1pPr>
              <a:defRPr lang="en-US" dirty="0">
                <a:solidFill>
                  <a:schemeClr val="tx1"/>
                </a:solidFill>
              </a:defRPr>
            </a:lvl1pPr>
          </a:lstStyle>
          <a:p>
            <a:pPr lvl="0"/>
            <a:r>
              <a:rPr lang="en-US"/>
              <a:t>Click to edit Master title style</a:t>
            </a:r>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437F01D7-30D5-4278-A93F-DE4EDE5E46D3}" type="datetimeFigureOut">
              <a:rPr lang="en-US" smtClean="0"/>
              <a:t>10/22/2026</a:t>
            </a:fld>
            <a:endParaRPr lang="en-US"/>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a:xfrm>
            <a:off x="5334000" y="210114"/>
            <a:ext cx="2939491" cy="365760"/>
          </a:xfrm>
        </p:spPr>
        <p:txBody>
          <a:bodyPr/>
          <a:lstStyle/>
          <a:p>
            <a:endParaRPr lang="en-US"/>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7100DB61-BF65-49F8-AA6F-6E286B6EA4EC}"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334000" y="1918145"/>
            <a:ext cx="4991100" cy="4133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11491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500"/>
            <a:ext cx="3332784" cy="1581912"/>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301752" y="205986"/>
            <a:ext cx="1097280" cy="365760"/>
          </a:xfrm>
        </p:spPr>
        <p:txBody>
          <a:bodyPr/>
          <a:lstStyle/>
          <a:p>
            <a:fld id="{437F01D7-30D5-4278-A93F-DE4EDE5E46D3}" type="datetimeFigureOut">
              <a:rPr lang="en-US" smtClean="0"/>
              <a:t>10/22/2026</a:t>
            </a:fld>
            <a:endParaRPr lang="en-US"/>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1494378" y="207291"/>
            <a:ext cx="1639372" cy="365760"/>
          </a:xfrm>
        </p:spPr>
        <p:txBody>
          <a:bodyPr/>
          <a:lstStyle/>
          <a:p>
            <a:endParaRPr lang="en-US"/>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a:xfrm>
            <a:off x="3140760" y="210114"/>
            <a:ext cx="493776" cy="365760"/>
          </a:xfrm>
        </p:spPr>
        <p:txBody>
          <a:bodyPr/>
          <a:lstStyle/>
          <a:p>
            <a:fld id="{7100DB61-BF65-49F8-AA6F-6E286B6EA4EC}"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01752" y="3099816"/>
            <a:ext cx="3332784" cy="3054096"/>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4152900" y="0"/>
            <a:ext cx="8039100" cy="6858000"/>
          </a:xfrm>
          <a:blipFill dpi="0" rotWithShape="1">
            <a:blip r:embed="rId2">
              <a:alphaModFix amt="60000"/>
            </a:blip>
            <a:srcRect/>
            <a:stretch>
              <a:fillRect/>
            </a:stretch>
          </a:blipFill>
        </p:spPr>
        <p:txBody>
          <a:bodyPr/>
          <a:lstStyle>
            <a:lvl1pPr>
              <a:defRPr/>
            </a:lvl1pPr>
          </a:lstStyle>
          <a:p>
            <a:r>
              <a:rPr lang="en-US" dirty="0"/>
              <a:t>   </a:t>
            </a:r>
          </a:p>
        </p:txBody>
      </p:sp>
      <p:cxnSp>
        <p:nvCxnSpPr>
          <p:cNvPr id="5" name="Straight Connector 4">
            <a:extLst>
              <a:ext uri="{FF2B5EF4-FFF2-40B4-BE49-F238E27FC236}">
                <a16:creationId xmlns:a16="http://schemas.microsoft.com/office/drawing/2014/main" id="{2A942C55-3382-C50D-76EB-793EA21DA34F}"/>
              </a:ext>
            </a:extLst>
          </p:cNvPr>
          <p:cNvCxnSpPr>
            <a:cxnSpLocks/>
          </p:cNvCxnSpPr>
          <p:nvPr/>
        </p:nvCxnSpPr>
        <p:spPr>
          <a:xfrm flipH="1">
            <a:off x="397288"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82189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4282051"/>
            <a:ext cx="3410958" cy="1532976"/>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0"/>
            <a:ext cx="12192000" cy="3864075"/>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4282051"/>
            <a:ext cx="7010399" cy="1532976"/>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01752" y="6263640"/>
            <a:ext cx="1759288" cy="365760"/>
          </a:xfrm>
        </p:spPr>
        <p:txBody>
          <a:bodyPr/>
          <a:lstStyle/>
          <a:p>
            <a:fld id="{437F01D7-30D5-4278-A93F-DE4EDE5E46D3}" type="datetimeFigureOut">
              <a:rPr lang="en-US" smtClean="0"/>
              <a:t>10/22/2026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6263640"/>
            <a:ext cx="2509284" cy="365760"/>
          </a:xfr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0323" y="6263640"/>
            <a:ext cx="605475" cy="365760"/>
          </a:xfrm>
        </p:spPr>
        <p:txBody>
          <a:bodyPr/>
          <a:lstStyle/>
          <a:p>
            <a:fld id="{7100DB61-BF65-49F8-AA6F-6E286B6EA4EC}" type="slidenum">
              <a:rPr lang="en-US" smtClean="0"/>
              <a:t>‹#›</a:t>
            </a:fld>
            <a:endParaRPr lang="en-US"/>
          </a:p>
        </p:txBody>
      </p:sp>
      <p:cxnSp>
        <p:nvCxnSpPr>
          <p:cNvPr id="9" name="Straight Connector 8">
            <a:extLst>
              <a:ext uri="{FF2B5EF4-FFF2-40B4-BE49-F238E27FC236}">
                <a16:creationId xmlns:a16="http://schemas.microsoft.com/office/drawing/2014/main" id="{16192296-0A21-2685-A792-B2723855E5B3}"/>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67454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0E9D96-CB28-0F2C-BBB9-CE51B3EEBF53}"/>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491984" y="955810"/>
            <a:ext cx="4114800" cy="1244051"/>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0" y="1"/>
            <a:ext cx="6959600" cy="6858000"/>
          </a:xfrm>
          <a:blipFill>
            <a:blip r:embed="rId2">
              <a:alphaModFix amt="60000"/>
            </a:blip>
            <a:stretch>
              <a:fillRect/>
            </a:stretch>
          </a:blipFill>
        </p:spPr>
        <p:txBody>
          <a:bodyPr/>
          <a:lstStyle>
            <a:lvl1pPr>
              <a:defRPr/>
            </a:lvl1pPr>
          </a:lstStyle>
          <a:p>
            <a:r>
              <a:rPr lang="en-US" dirty="0"/>
              <a:t>   </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7469431" y="210114"/>
            <a:ext cx="1485900" cy="365760"/>
          </a:xfrm>
        </p:spPr>
        <p:txBody>
          <a:bodyPr/>
          <a:lstStyle/>
          <a:p>
            <a:fld id="{437F01D7-30D5-4278-A93F-DE4EDE5E46D3}" type="datetimeFigureOut">
              <a:rPr lang="en-US" smtClean="0"/>
              <a:t>10/22/2026</a:t>
            </a:fld>
            <a:endParaRPr lang="en-US"/>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9376096" y="210114"/>
            <a:ext cx="1860464" cy="365760"/>
          </a:xfrm>
        </p:spPr>
        <p:txBody>
          <a:bodyPr/>
          <a:lstStyle/>
          <a:p>
            <a:endParaRPr lang="en-US"/>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7100DB61-BF65-49F8-AA6F-6E286B6EA4EC}"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491984" y="2791033"/>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BE9AF0A0-5001-F380-4488-B02AB3C79B31}"/>
              </a:ext>
            </a:extLst>
          </p:cNvPr>
          <p:cNvCxnSpPr>
            <a:cxnSpLocks/>
          </p:cNvCxnSpPr>
          <p:nvPr/>
        </p:nvCxnSpPr>
        <p:spPr>
          <a:xfrm flipH="1">
            <a:off x="7595441"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3ED0235B-B98B-7313-28E9-8E643CDFF4A6}"/>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719729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017686"/>
            <a:ext cx="3410958" cy="1532976"/>
          </a:xfrm>
        </p:spPr>
        <p:txBody>
          <a:bodyPr anchor="t">
            <a:normAutofit/>
          </a:bodyPr>
          <a:lstStyle>
            <a:lvl1pPr>
              <a:defRPr sz="28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37F01D7-30D5-4278-A93F-DE4EDE5E46D3}" type="datetimeFigureOut">
              <a:rPr lang="en-US" smtClean="0"/>
              <a:t>10/22/2026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210114"/>
            <a:ext cx="2509284" cy="365760"/>
          </a:xfr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7100DB61-BF65-49F8-AA6F-6E286B6EA4EC}"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1017686"/>
            <a:ext cx="7010399" cy="237744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3837709"/>
            <a:ext cx="12192000" cy="3020291"/>
          </a:xfrm>
          <a:blipFill dpi="0" rotWithShape="1">
            <a:blip r:embed="rId2">
              <a:alphaModFix amt="60000"/>
            </a:blip>
            <a:srcRect/>
            <a:stretch>
              <a:fillRect t="-27937"/>
            </a:stretch>
          </a:blipFill>
        </p:spPr>
        <p:txBody>
          <a:bodyPr/>
          <a:lstStyle>
            <a:lvl1pPr>
              <a:defRPr/>
            </a:lvl1pPr>
          </a:lstStyle>
          <a:p>
            <a:r>
              <a:rPr lang="en-US" dirty="0"/>
              <a:t>   </a:t>
            </a:r>
          </a:p>
        </p:txBody>
      </p:sp>
    </p:spTree>
    <p:extLst>
      <p:ext uri="{BB962C8B-B14F-4D97-AF65-F5344CB8AC3E}">
        <p14:creationId xmlns:p14="http://schemas.microsoft.com/office/powerpoint/2010/main" val="21355937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371600"/>
            <a:ext cx="3474720" cy="2286000"/>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437F01D7-30D5-4278-A93F-DE4EDE5E46D3}" type="datetimeFigureOut">
              <a:rPr lang="en-US" smtClean="0"/>
              <a:t>10/22/2026</a:t>
            </a:fld>
            <a:endParaRPr lang="en-US"/>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a:xfrm>
            <a:off x="4457700" y="210114"/>
            <a:ext cx="2859307" cy="365760"/>
          </a:xfrm>
        </p:spPr>
        <p:txBody>
          <a:bodyPr/>
          <a:lstStyle/>
          <a:p>
            <a:endParaRPr lang="en-US"/>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a:xfrm>
            <a:off x="7611572" y="210114"/>
            <a:ext cx="605475" cy="365760"/>
          </a:xfrm>
        </p:spPr>
        <p:txBody>
          <a:bodyPr/>
          <a:lstStyle/>
          <a:p>
            <a:fld id="{7100DB61-BF65-49F8-AA6F-6E286B6EA4EC}" type="slidenum">
              <a:rPr lang="en-US" smtClean="0"/>
              <a:t>‹#›</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457700" y="1371600"/>
            <a:ext cx="3368778" cy="4701943"/>
          </a:xfrm>
        </p:spPr>
        <p:txBody>
          <a:bodyPr rIns="4572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8731045" y="0"/>
            <a:ext cx="3460955" cy="6866879"/>
          </a:xfrm>
          <a:blipFill>
            <a:blip r:embed="rId2">
              <a:alphaModFix amt="60000"/>
            </a:blip>
            <a:stretch>
              <a:fillRect/>
            </a:stretch>
          </a:blipFill>
        </p:spPr>
        <p:txBody>
          <a:bodyPr/>
          <a:lstStyle>
            <a:lvl1pPr>
              <a:defRPr/>
            </a:lvl1pPr>
          </a:lstStyle>
          <a:p>
            <a:r>
              <a:rPr lang="en-US" dirty="0"/>
              <a:t>   </a:t>
            </a:r>
          </a:p>
        </p:txBody>
      </p:sp>
      <p:sp>
        <p:nvSpPr>
          <p:cNvPr id="5" name="Rectangle 4">
            <a:extLst>
              <a:ext uri="{FF2B5EF4-FFF2-40B4-BE49-F238E27FC236}">
                <a16:creationId xmlns:a16="http://schemas.microsoft.com/office/drawing/2014/main" id="{6D750207-6F0E-41F2-98B5-15BCAB2BF9AD}"/>
              </a:ext>
            </a:extLst>
          </p:cNvPr>
          <p:cNvSpPr/>
          <p:nvPr/>
        </p:nvSpPr>
        <p:spPr>
          <a:xfrm flipH="1">
            <a:off x="0" y="4771072"/>
            <a:ext cx="4874661" cy="2095805"/>
          </a:xfrm>
          <a:prstGeom prst="rect">
            <a:avLst/>
          </a:prstGeom>
          <a:gradFill>
            <a:gsLst>
              <a:gs pos="67000">
                <a:schemeClr val="bg2">
                  <a:alpha val="0"/>
                </a:schemeClr>
              </a:gs>
              <a:gs pos="95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21E79A5-CC18-0B38-C9F4-CA5690475280}"/>
              </a:ext>
            </a:extLst>
          </p:cNvPr>
          <p:cNvSpPr/>
          <p:nvPr/>
        </p:nvSpPr>
        <p:spPr>
          <a:xfrm flipH="1">
            <a:off x="-2" y="3852909"/>
            <a:ext cx="2823100" cy="3022846"/>
          </a:xfrm>
          <a:prstGeom prst="rect">
            <a:avLst/>
          </a:prstGeom>
          <a:gradFill flip="none" rotWithShape="1">
            <a:gsLst>
              <a:gs pos="0">
                <a:schemeClr val="tx2">
                  <a:alpha val="50000"/>
                </a:schemeClr>
              </a:gs>
              <a:gs pos="17000">
                <a:schemeClr val="accent6">
                  <a:lumMod val="60000"/>
                  <a:lumOff val="40000"/>
                  <a:alpha val="52000"/>
                </a:schemeClr>
              </a:gs>
              <a:gs pos="58000">
                <a:schemeClr val="bg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7" name="Straight Connector 6">
            <a:extLst>
              <a:ext uri="{FF2B5EF4-FFF2-40B4-BE49-F238E27FC236}">
                <a16:creationId xmlns:a16="http://schemas.microsoft.com/office/drawing/2014/main" id="{B80496BC-B679-515B-9928-2CC91AD7A8A2}"/>
              </a:ext>
            </a:extLst>
          </p:cNvPr>
          <p:cNvCxnSpPr>
            <a:cxnSpLocks/>
          </p:cNvCxnSpPr>
          <p:nvPr/>
        </p:nvCxnSpPr>
        <p:spPr>
          <a:xfrm flipH="1">
            <a:off x="397002" y="751313"/>
            <a:ext cx="772668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60391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499"/>
            <a:ext cx="6751127" cy="1250871"/>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01752" y="203862"/>
            <a:ext cx="2286000" cy="365760"/>
          </a:xfrm>
        </p:spPr>
        <p:txBody>
          <a:bodyPr/>
          <a:lstStyle/>
          <a:p>
            <a:fld id="{437F01D7-30D5-4278-A93F-DE4EDE5E46D3}" type="datetimeFigureOut">
              <a:rPr lang="en-US" smtClean="0"/>
              <a:t>10/22/2026</a:t>
            </a:fld>
            <a:endParaRPr lang="en-US"/>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2590800" y="203862"/>
            <a:ext cx="2775003" cy="365760"/>
          </a:xfrm>
        </p:spPr>
        <p:txBody>
          <a:bodyPr/>
          <a:lstStyle/>
          <a:p>
            <a:endParaRPr lang="en-US"/>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6247336" y="203862"/>
            <a:ext cx="864794" cy="365760"/>
          </a:xfrm>
        </p:spPr>
        <p:txBody>
          <a:bodyPr/>
          <a:lstStyle/>
          <a:p>
            <a:fld id="{7100DB61-BF65-49F8-AA6F-6E286B6EA4EC}"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01752" y="2410518"/>
            <a:ext cx="6755514" cy="3807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7620000" y="0"/>
            <a:ext cx="4572000" cy="6858000"/>
          </a:xfrm>
          <a:blipFill>
            <a:blip r:embed="rId2">
              <a:alphaModFix amt="60000"/>
            </a:blip>
            <a:stretch>
              <a:fillRect/>
            </a:stretch>
          </a:blipFill>
        </p:spPr>
        <p:txBody>
          <a:bodyPr/>
          <a:lstStyle>
            <a:lvl1pPr>
              <a:defRPr/>
            </a:lvl1pPr>
          </a:lstStyle>
          <a:p>
            <a:r>
              <a:rPr lang="en-US" dirty="0"/>
              <a:t>    </a:t>
            </a:r>
          </a:p>
        </p:txBody>
      </p:sp>
      <p:sp>
        <p:nvSpPr>
          <p:cNvPr id="6" name="Rectangle 5">
            <a:extLst>
              <a:ext uri="{FF2B5EF4-FFF2-40B4-BE49-F238E27FC236}">
                <a16:creationId xmlns:a16="http://schemas.microsoft.com/office/drawing/2014/main" id="{EC640749-9485-B575-4B2A-075EAA112D08}"/>
              </a:ext>
            </a:extLst>
          </p:cNvPr>
          <p:cNvSpPr/>
          <p:nvPr/>
        </p:nvSpPr>
        <p:spPr>
          <a:xfrm flipH="1">
            <a:off x="0" y="3706098"/>
            <a:ext cx="7620000" cy="3151902"/>
          </a:xfrm>
          <a:prstGeom prst="rect">
            <a:avLst/>
          </a:prstGeom>
          <a:gradFill>
            <a:gsLst>
              <a:gs pos="79000">
                <a:schemeClr val="bg2">
                  <a:alpha val="0"/>
                </a:schemeClr>
              </a:gs>
              <a:gs pos="100000">
                <a:schemeClr val="accent6">
                  <a:alpha val="66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5E19E54-3987-D72A-629F-B4FB61FCC4E9}"/>
              </a:ext>
            </a:extLst>
          </p:cNvPr>
          <p:cNvSpPr/>
          <p:nvPr/>
        </p:nvSpPr>
        <p:spPr>
          <a:xfrm flipH="1">
            <a:off x="0" y="5597112"/>
            <a:ext cx="7620000" cy="1260888"/>
          </a:xfrm>
          <a:prstGeom prst="rect">
            <a:avLst/>
          </a:prstGeom>
          <a:gradFill flip="none" rotWithShape="1">
            <a:gsLst>
              <a:gs pos="21830">
                <a:schemeClr val="accent1">
                  <a:alpha val="29000"/>
                </a:schemeClr>
              </a:gs>
              <a:gs pos="0">
                <a:schemeClr val="accent5">
                  <a:lumMod val="60000"/>
                  <a:lumOff val="40000"/>
                  <a:alpha val="84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1" name="Straight Connector 10">
            <a:extLst>
              <a:ext uri="{FF2B5EF4-FFF2-40B4-BE49-F238E27FC236}">
                <a16:creationId xmlns:a16="http://schemas.microsoft.com/office/drawing/2014/main" id="{D34DF899-11E5-3A31-4C5A-75E63BA26BC6}"/>
              </a:ext>
            </a:extLst>
          </p:cNvPr>
          <p:cNvCxnSpPr>
            <a:cxnSpLocks/>
          </p:cNvCxnSpPr>
          <p:nvPr/>
        </p:nvCxnSpPr>
        <p:spPr>
          <a:xfrm flipH="1">
            <a:off x="397002" y="751313"/>
            <a:ext cx="6620256"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01566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2834639"/>
            <a:ext cx="3014382" cy="2926080"/>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3DA51E54-3166-19CA-EB55-5DFFB9426CAD}"/>
              </a:ext>
            </a:extLst>
          </p:cNvPr>
          <p:cNvSpPr>
            <a:spLocks noGrp="1"/>
          </p:cNvSpPr>
          <p:nvPr>
            <p:ph type="pic" sz="quarter" idx="19" hasCustomPrompt="1"/>
          </p:nvPr>
        </p:nvSpPr>
        <p:spPr>
          <a:xfrm>
            <a:off x="-17796" y="0"/>
            <a:ext cx="12209796" cy="2420098"/>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2834640"/>
            <a:ext cx="7200900" cy="2926080"/>
          </a:xfrm>
        </p:spPr>
        <p:txBody>
          <a:bodyPr>
            <a:noAutofit/>
          </a:bodyPr>
          <a:lstStyle>
            <a:lvl1pPr marL="285750" indent="-285750">
              <a:buFont typeface="Arial" panose="020B0604020202020204" pitchFamily="34" charset="0"/>
              <a:buNone/>
              <a:defRPr sz="1800"/>
            </a:lvl1pPr>
            <a:lvl2pPr marL="514350" indent="-285750">
              <a:buFont typeface="Arial" panose="020B0604020202020204" pitchFamily="34" charset="0"/>
              <a:buNone/>
              <a:defRPr sz="1600"/>
            </a:lvl2pPr>
            <a:lvl3pPr marL="742950" indent="-285750">
              <a:buFont typeface="Arial" panose="020B0604020202020204" pitchFamily="34" charset="0"/>
              <a:buNone/>
              <a:defRPr sz="1400"/>
            </a:lvl3pPr>
            <a:lvl4pPr marL="857250" indent="-171450">
              <a:buFont typeface="Arial" panose="020B0604020202020204" pitchFamily="34" charset="0"/>
              <a:buNone/>
              <a:defRPr sz="1200"/>
            </a:lvl4pPr>
            <a:lvl5pPr marL="1085850" indent="-171450">
              <a:buFont typeface="Arial" panose="020B0604020202020204" pitchFamily="34" charse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a:xfrm>
            <a:off x="301752" y="6274033"/>
            <a:ext cx="3014382" cy="365760"/>
          </a:xfrm>
        </p:spPr>
        <p:txBody>
          <a:bodyPr/>
          <a:lstStyle/>
          <a:p>
            <a:fld id="{437F01D7-30D5-4278-A93F-DE4EDE5E46D3}" type="datetimeFigureOut">
              <a:rPr lang="en-US" smtClean="0"/>
              <a:t>10/22/2026</a:t>
            </a:fld>
            <a:endParaRPr lang="en-US"/>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a:xfrm>
            <a:off x="4480560" y="6274033"/>
            <a:ext cx="3162300" cy="365760"/>
          </a:xfrm>
        </p:spPr>
        <p:txBody>
          <a:bodyPr/>
          <a:lstStyle/>
          <a:p>
            <a:endParaRPr lang="en-US"/>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a:xfrm>
            <a:off x="11292840" y="6274033"/>
            <a:ext cx="568917" cy="365760"/>
          </a:xfrm>
        </p:spPr>
        <p:txBody>
          <a:bodyPr/>
          <a:lstStyle/>
          <a:p>
            <a:fld id="{7100DB61-BF65-49F8-AA6F-6E286B6EA4EC}" type="slidenum">
              <a:rPr lang="en-US" smtClean="0"/>
              <a:t>‹#›</a:t>
            </a:fld>
            <a:endParaRPr lang="en-US"/>
          </a:p>
        </p:txBody>
      </p:sp>
      <p:cxnSp>
        <p:nvCxnSpPr>
          <p:cNvPr id="3" name="Straight Connector 2">
            <a:extLst>
              <a:ext uri="{FF2B5EF4-FFF2-40B4-BE49-F238E27FC236}">
                <a16:creationId xmlns:a16="http://schemas.microsoft.com/office/drawing/2014/main" id="{ABDDCA5B-BBAB-ABCD-27B8-D3CD17FD04BC}"/>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8681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0934"/>
            <a:ext cx="3507418" cy="1398494"/>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437F01D7-30D5-4278-A93F-DE4EDE5E46D3}" type="datetimeFigureOut">
              <a:rPr lang="en-US" smtClean="0"/>
              <a:t>10/22/2026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932680" y="210114"/>
            <a:ext cx="2509284" cy="365760"/>
          </a:xfrm>
        </p:spPr>
        <p:txBody>
          <a:bodyPr/>
          <a:lstStyle/>
          <a:p>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7100DB61-BF65-49F8-AA6F-6E286B6EA4EC}" type="slidenum">
              <a:rPr lang="en-US" smtClean="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451351" y="2680447"/>
            <a:ext cx="3357819" cy="3662083"/>
          </a:xfrm>
          <a:blipFill>
            <a:blip r:embed="rId2">
              <a:alphaModFix amt="60000"/>
            </a:blip>
            <a:stretch>
              <a:fillRect/>
            </a:stretch>
          </a:blipFill>
        </p:spPr>
        <p:txBody>
          <a:bodyPr/>
          <a:lstStyle>
            <a:lvl1pPr>
              <a:defRPr/>
            </a:lvl1pPr>
          </a:lstStyle>
          <a:p>
            <a:r>
              <a:rPr lang="en-US" dirty="0"/>
              <a:t>   </a:t>
            </a:r>
          </a:p>
        </p:txBody>
      </p:sp>
      <p:sp>
        <p:nvSpPr>
          <p:cNvPr id="10" name="Rectangle 9">
            <a:extLst>
              <a:ext uri="{FF2B5EF4-FFF2-40B4-BE49-F238E27FC236}">
                <a16:creationId xmlns:a16="http://schemas.microsoft.com/office/drawing/2014/main" id="{4606EA5C-4A14-95D3-20DF-1EEB607C889B}"/>
              </a:ext>
            </a:extLst>
          </p:cNvPr>
          <p:cNvSpPr/>
          <p:nvPr/>
        </p:nvSpPr>
        <p:spPr>
          <a:xfrm flipH="1">
            <a:off x="2171702" y="5847066"/>
            <a:ext cx="10020298" cy="1010934"/>
          </a:xfrm>
          <a:prstGeom prst="rect">
            <a:avLst/>
          </a:prstGeom>
          <a:gradFill>
            <a:gsLst>
              <a:gs pos="52000">
                <a:schemeClr val="bg2">
                  <a:alpha val="0"/>
                </a:schemeClr>
              </a:gs>
              <a:gs pos="76000">
                <a:schemeClr val="accent1">
                  <a:lumMod val="50000"/>
                  <a:alpha val="39000"/>
                </a:schemeClr>
              </a:gs>
              <a:gs pos="100000">
                <a:schemeClr val="accent5">
                  <a:alpha val="68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05652D2-BF56-96CE-426B-26972C38434D}"/>
              </a:ext>
            </a:extLst>
          </p:cNvPr>
          <p:cNvSpPr/>
          <p:nvPr/>
        </p:nvSpPr>
        <p:spPr>
          <a:xfrm rot="16200000" flipH="1">
            <a:off x="7767364" y="2433362"/>
            <a:ext cx="4944033" cy="3905239"/>
          </a:xfrm>
          <a:prstGeom prst="rect">
            <a:avLst/>
          </a:prstGeom>
          <a:gradFill flip="none" rotWithShape="1">
            <a:gsLst>
              <a:gs pos="0">
                <a:schemeClr val="accent3">
                  <a:lumMod val="60000"/>
                  <a:lumOff val="40000"/>
                  <a:alpha val="40000"/>
                </a:schemeClr>
              </a:gs>
              <a:gs pos="32000">
                <a:schemeClr val="bg1">
                  <a:alpha val="0"/>
                </a:schemeClr>
              </a:gs>
            </a:gsLst>
            <a:lin ang="14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 name="Straight Connector 11">
            <a:extLst>
              <a:ext uri="{FF2B5EF4-FFF2-40B4-BE49-F238E27FC236}">
                <a16:creationId xmlns:a16="http://schemas.microsoft.com/office/drawing/2014/main" id="{2CA30D42-B5FE-EAD1-8419-4AD002C32B1F}"/>
              </a:ext>
            </a:extLst>
          </p:cNvPr>
          <p:cNvCxnSpPr>
            <a:cxnSpLocks/>
          </p:cNvCxnSpPr>
          <p:nvPr/>
        </p:nvCxnSpPr>
        <p:spPr>
          <a:xfrm>
            <a:off x="4426824" y="1075765"/>
            <a:ext cx="0" cy="4944035"/>
          </a:xfrm>
          <a:prstGeom prst="line">
            <a:avLst/>
          </a:prstGeom>
          <a:ln w="635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932679" y="1010932"/>
            <a:ext cx="6492240"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22929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9811"/>
            <a:ext cx="3419380" cy="1856553"/>
          </a:xfrm>
        </p:spPr>
        <p:txBody>
          <a:bodyPr anchor="t">
            <a:normAutofit/>
          </a:bodyPr>
          <a:lstStyle>
            <a:lvl1pPr>
              <a:defRPr sz="28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437F01D7-30D5-4278-A93F-DE4EDE5E46D3}" type="datetimeFigureOut">
              <a:rPr lang="en-US" smtClean="0"/>
              <a:t>10/22/2026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8969" y="210114"/>
            <a:ext cx="2509284" cy="365760"/>
          </a:xfrm>
        </p:spPr>
        <p:txBody>
          <a:bodyPr/>
          <a:lstStyle/>
          <a:p>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7100DB61-BF65-49F8-AA6F-6E286B6EA4EC}" type="slidenum">
              <a:rPr lang="en-US" smtClean="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382390" y="3045041"/>
            <a:ext cx="3338742" cy="3297489"/>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8968" y="1019810"/>
            <a:ext cx="731520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825283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BF28860-8FEF-73E6-FEDF-176AC5D70A0F}"/>
              </a:ext>
            </a:extLst>
          </p:cNvPr>
          <p:cNvSpPr>
            <a:spLocks noGrp="1"/>
          </p:cNvSpPr>
          <p:nvPr>
            <p:ph type="title"/>
          </p:nvPr>
        </p:nvSpPr>
        <p:spPr>
          <a:xfrm>
            <a:off x="6476998" y="4907611"/>
            <a:ext cx="5320285" cy="1438873"/>
          </a:xfrm>
        </p:spPr>
        <p:txBody>
          <a:bodyPr anchor="t"/>
          <a:lstStyle>
            <a:lvl1pPr>
              <a:lnSpc>
                <a:spcPct val="100000"/>
              </a:lnSpc>
              <a:defRPr sz="2000">
                <a:solidFill>
                  <a:schemeClr val="tx1"/>
                </a:solidFill>
                <a:latin typeface="+mn-lt"/>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86ADE8C0-7863-A0F4-9EFB-60B2F8DD221E}"/>
              </a:ext>
            </a:extLst>
          </p:cNvPr>
          <p:cNvSpPr>
            <a:spLocks noGrp="1"/>
          </p:cNvSpPr>
          <p:nvPr>
            <p:ph type="dt" sz="half" idx="14"/>
          </p:nvPr>
        </p:nvSpPr>
        <p:spPr/>
        <p:txBody>
          <a:bodyPr/>
          <a:lstStyle/>
          <a:p>
            <a:fld id="{437F01D7-30D5-4278-A93F-DE4EDE5E46D3}" type="datetimeFigureOut">
              <a:rPr lang="en-US" smtClean="0"/>
              <a:t>10/22/2026</a:t>
            </a:fld>
            <a:endParaRPr lang="en-US"/>
          </a:p>
        </p:txBody>
      </p:sp>
      <p:sp>
        <p:nvSpPr>
          <p:cNvPr id="4" name="Footer Placeholder 3">
            <a:extLst>
              <a:ext uri="{FF2B5EF4-FFF2-40B4-BE49-F238E27FC236}">
                <a16:creationId xmlns:a16="http://schemas.microsoft.com/office/drawing/2014/main" id="{0AE20381-0150-ABDF-3C66-3E77DA79EEC4}"/>
              </a:ext>
            </a:extLst>
          </p:cNvPr>
          <p:cNvSpPr>
            <a:spLocks noGrp="1"/>
          </p:cNvSpPr>
          <p:nvPr>
            <p:ph type="ftr" sz="quarter" idx="15"/>
          </p:nvPr>
        </p:nvSpPr>
        <p:spPr/>
        <p:txBody>
          <a:bodyPr/>
          <a:lstStyle/>
          <a:p>
            <a:endParaRPr lang="en-US"/>
          </a:p>
        </p:txBody>
      </p:sp>
      <p:sp>
        <p:nvSpPr>
          <p:cNvPr id="5" name="Slide Number Placeholder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a:lstStyle/>
          <a:p>
            <a:fld id="{7100DB61-BF65-49F8-AA6F-6E286B6EA4EC}" type="slidenum">
              <a:rPr lang="en-US" smtClean="0"/>
              <a:t>‹#›</a:t>
            </a:fld>
            <a:endParaRPr lang="en-US"/>
          </a:p>
        </p:txBody>
      </p:sp>
      <p:sp>
        <p:nvSpPr>
          <p:cNvPr id="10" name="Content Placeholder 9">
            <a:extLst>
              <a:ext uri="{FF2B5EF4-FFF2-40B4-BE49-F238E27FC236}">
                <a16:creationId xmlns:a16="http://schemas.microsoft.com/office/drawing/2014/main" id="{5B446035-33B1-F0D9-18B1-58E177267E3A}"/>
              </a:ext>
            </a:extLst>
          </p:cNvPr>
          <p:cNvSpPr>
            <a:spLocks noGrp="1"/>
          </p:cNvSpPr>
          <p:nvPr>
            <p:ph sz="quarter" idx="17" hasCustomPrompt="1"/>
          </p:nvPr>
        </p:nvSpPr>
        <p:spPr>
          <a:xfrm>
            <a:off x="274638" y="766763"/>
            <a:ext cx="11320462" cy="3489325"/>
          </a:xfrm>
        </p:spPr>
        <p:txBody>
          <a:bodyPr/>
          <a:lstStyle>
            <a:lvl1pPr>
              <a:lnSpc>
                <a:spcPct val="85000"/>
              </a:lnSpc>
              <a:defRPr sz="240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a:r>
              <a:rPr lang="en-US" dirty="0"/>
              <a:t>##%</a:t>
            </a:r>
          </a:p>
        </p:txBody>
      </p:sp>
      <p:cxnSp>
        <p:nvCxnSpPr>
          <p:cNvPr id="6" name="Straight Connector 5">
            <a:extLst>
              <a:ext uri="{FF2B5EF4-FFF2-40B4-BE49-F238E27FC236}">
                <a16:creationId xmlns:a16="http://schemas.microsoft.com/office/drawing/2014/main" id="{9F77A56B-CD68-22F4-F473-A2063E81D70D}"/>
              </a:ext>
            </a:extLst>
          </p:cNvPr>
          <p:cNvCxnSpPr>
            <a:cxnSpLocks/>
          </p:cNvCxnSpPr>
          <p:nvPr/>
        </p:nvCxnSpPr>
        <p:spPr>
          <a:xfrm flipH="1">
            <a:off x="394716" y="466224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06682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BED7B15-76E6-E98E-A0BB-6188FC145CDD}"/>
              </a:ext>
            </a:extLst>
          </p:cNvPr>
          <p:cNvSpPr/>
          <p:nvPr/>
        </p:nvSpPr>
        <p:spPr>
          <a:xfrm rot="10800000" flipH="1">
            <a:off x="-1" y="0"/>
            <a:ext cx="12192002" cy="6858000"/>
          </a:xfrm>
          <a:prstGeom prst="rect">
            <a:avLst/>
          </a:prstGeom>
          <a:gradFill flip="none" rotWithShape="1">
            <a:gsLst>
              <a:gs pos="50000">
                <a:schemeClr val="accent3">
                  <a:lumMod val="60000"/>
                  <a:lumOff val="40000"/>
                  <a:alpha val="75000"/>
                </a:schemeClr>
              </a:gs>
              <a:gs pos="0">
                <a:schemeClr val="accent1">
                  <a:lumMod val="50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3602343-A974-BE4B-41E6-58237921FB4D}"/>
              </a:ext>
            </a:extLst>
          </p:cNvPr>
          <p:cNvSpPr/>
          <p:nvPr/>
        </p:nvSpPr>
        <p:spPr>
          <a:xfrm flipH="1">
            <a:off x="3683466" y="0"/>
            <a:ext cx="8508534" cy="6858000"/>
          </a:xfrm>
          <a:prstGeom prst="rect">
            <a:avLst/>
          </a:prstGeom>
          <a:gradFill flip="none" rotWithShape="1">
            <a:gsLst>
              <a:gs pos="6000">
                <a:schemeClr val="accent3">
                  <a:lumMod val="40000"/>
                  <a:lumOff val="60000"/>
                </a:schemeClr>
              </a:gs>
              <a:gs pos="73000">
                <a:schemeClr val="accent3">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1022E84-7D91-EFA0-CBCA-F9AC98E6181F}"/>
              </a:ext>
            </a:extLst>
          </p:cNvPr>
          <p:cNvSpPr/>
          <p:nvPr/>
        </p:nvSpPr>
        <p:spPr>
          <a:xfrm rot="5400000">
            <a:off x="1670408" y="-1670408"/>
            <a:ext cx="7492544" cy="10833360"/>
          </a:xfrm>
          <a:prstGeom prst="rect">
            <a:avLst/>
          </a:prstGeom>
          <a:gradFill flip="none" rotWithShape="1">
            <a:gsLst>
              <a:gs pos="58000">
                <a:schemeClr val="accent2">
                  <a:alpha val="0"/>
                </a:schemeClr>
              </a:gs>
              <a:gs pos="98000">
                <a:schemeClr val="accent6">
                  <a:lumMod val="7500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3" name="Rectangle 2">
            <a:extLst>
              <a:ext uri="{FF2B5EF4-FFF2-40B4-BE49-F238E27FC236}">
                <a16:creationId xmlns:a16="http://schemas.microsoft.com/office/drawing/2014/main" id="{67DA0DC0-3518-750A-3821-192C03B2D059}"/>
              </a:ext>
            </a:extLst>
          </p:cNvPr>
          <p:cNvSpPr/>
          <p:nvPr/>
        </p:nvSpPr>
        <p:spPr>
          <a:xfrm rot="10800000">
            <a:off x="5031742" y="-20336"/>
            <a:ext cx="7160258" cy="6878336"/>
          </a:xfrm>
          <a:prstGeom prst="rect">
            <a:avLst/>
          </a:prstGeom>
          <a:gradFill>
            <a:gsLst>
              <a:gs pos="30000">
                <a:schemeClr val="accent4">
                  <a:lumMod val="60000"/>
                  <a:lumOff val="40000"/>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5B402F4-533A-849C-ACAD-039056A5D174}"/>
              </a:ext>
            </a:extLst>
          </p:cNvPr>
          <p:cNvSpPr/>
          <p:nvPr/>
        </p:nvSpPr>
        <p:spPr>
          <a:xfrm flipH="1">
            <a:off x="8961" y="2704579"/>
            <a:ext cx="12183038" cy="4153421"/>
          </a:xfrm>
          <a:prstGeom prst="rect">
            <a:avLst/>
          </a:prstGeom>
          <a:gradFill flip="none" rotWithShape="1">
            <a:gsLst>
              <a:gs pos="20000">
                <a:schemeClr val="accent1">
                  <a:alpha val="0"/>
                </a:schemeClr>
              </a:gs>
              <a:gs pos="68000">
                <a:schemeClr val="bg2">
                  <a:alpha val="67000"/>
                </a:schemeClr>
              </a:gs>
              <a:gs pos="90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437F01D7-30D5-4278-A93F-DE4EDE5E46D3}" type="datetimeFigureOut">
              <a:rPr lang="en-US" smtClean="0"/>
              <a:t>10/22/2026</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endParaRPr lang="en-US"/>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7100DB61-BF65-49F8-AA6F-6E286B6EA4EC}" type="slidenum">
              <a:rPr lang="en-US" smtClean="0"/>
              <a:t>‹#›</a:t>
            </a:fld>
            <a:endParaRPr lang="en-US"/>
          </a:p>
        </p:txBody>
      </p:sp>
      <p:sp>
        <p:nvSpPr>
          <p:cNvPr id="10" name="Content Placeholder 9">
            <a:extLst>
              <a:ext uri="{FF2B5EF4-FFF2-40B4-BE49-F238E27FC236}">
                <a16:creationId xmlns:a16="http://schemas.microsoft.com/office/drawing/2014/main" id="{88124DA4-1249-371C-65BA-0AAC0239D4C1}"/>
              </a:ext>
            </a:extLst>
          </p:cNvPr>
          <p:cNvSpPr>
            <a:spLocks noGrp="1"/>
          </p:cNvSpPr>
          <p:nvPr>
            <p:ph sz="quarter" idx="17" hasCustomPrompt="1"/>
          </p:nvPr>
        </p:nvSpPr>
        <p:spPr>
          <a:xfrm>
            <a:off x="274320" y="2704946"/>
            <a:ext cx="9801225" cy="3538538"/>
          </a:xfrm>
        </p:spPr>
        <p:txBody>
          <a:bodyPr anchor="b"/>
          <a:lstStyle>
            <a:lvl1pPr>
              <a:lnSpc>
                <a:spcPct val="100000"/>
              </a:lnSpc>
              <a:defRPr sz="5400"/>
            </a:lvl1pPr>
            <a:lvl2pPr>
              <a:lnSpc>
                <a:spcPct val="100000"/>
              </a:lnSpc>
              <a:defRPr sz="4800"/>
            </a:lvl2pPr>
            <a:lvl3pPr>
              <a:lnSpc>
                <a:spcPct val="100000"/>
              </a:lnSpc>
              <a:defRPr sz="4400"/>
            </a:lvl3pPr>
            <a:lvl4pPr>
              <a:lnSpc>
                <a:spcPct val="100000"/>
              </a:lnSpc>
              <a:defRPr sz="4000"/>
            </a:lvl4pPr>
            <a:lvl5pPr>
              <a:lnSpc>
                <a:spcPct val="100000"/>
              </a:lnSpc>
              <a:defRPr sz="360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29496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008CFE4-4AC8-17F9-C6E2-22D96CF81069}"/>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8B774BFB-EECC-C995-E701-4CCEB032FCDB}"/>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0">
                <a:schemeClr val="accent3">
                  <a:lumMod val="60000"/>
                  <a:lumOff val="40000"/>
                  <a:alpha val="70000"/>
                </a:schemeClr>
              </a:gs>
              <a:gs pos="50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chemeClr val="tx1"/>
              </a:solidFill>
            </a:endParaRPr>
          </a:p>
        </p:txBody>
      </p:sp>
      <p:sp>
        <p:nvSpPr>
          <p:cNvPr id="9" name="Rectangle 8">
            <a:extLst>
              <a:ext uri="{FF2B5EF4-FFF2-40B4-BE49-F238E27FC236}">
                <a16:creationId xmlns:a16="http://schemas.microsoft.com/office/drawing/2014/main" id="{CD2E260E-763F-A06B-2808-39975829F205}"/>
              </a:ext>
            </a:extLst>
          </p:cNvPr>
          <p:cNvSpPr/>
          <p:nvPr/>
        </p:nvSpPr>
        <p:spPr>
          <a:xfrm rot="5400000" flipH="1">
            <a:off x="2667005" y="-2666996"/>
            <a:ext cx="6857996" cy="12191993"/>
          </a:xfrm>
          <a:prstGeom prst="rect">
            <a:avLst/>
          </a:prstGeom>
          <a:gradFill>
            <a:gsLst>
              <a:gs pos="0">
                <a:schemeClr val="bg1"/>
              </a:gs>
              <a:gs pos="100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8E82642F-D94D-7313-EB9D-48E3CBEDD19C}"/>
              </a:ext>
            </a:extLst>
          </p:cNvPr>
          <p:cNvSpPr/>
          <p:nvPr/>
        </p:nvSpPr>
        <p:spPr>
          <a:xfrm rot="16200000" flipH="1">
            <a:off x="4381500" y="-4373435"/>
            <a:ext cx="3429000" cy="12175870"/>
          </a:xfrm>
          <a:prstGeom prst="rect">
            <a:avLst/>
          </a:prstGeom>
          <a:gradFill flip="none" rotWithShape="1">
            <a:gsLst>
              <a:gs pos="0">
                <a:schemeClr val="accent2"/>
              </a:gs>
              <a:gs pos="36000">
                <a:schemeClr val="accent6">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866900" y="4967784"/>
            <a:ext cx="8484108" cy="1052015"/>
          </a:xfrm>
        </p:spPr>
        <p:txBody>
          <a:bodyPr anchor="ctr">
            <a:normAutofit/>
          </a:bodyPr>
          <a:lstStyle>
            <a:lvl1pPr marL="137160" indent="-137160">
              <a:lnSpc>
                <a:spcPct val="100000"/>
              </a:lnSpc>
              <a:defRPr sz="2000">
                <a:solidFill>
                  <a:schemeClr val="tx1"/>
                </a:solidFill>
              </a:defRPr>
            </a:lvl1pPr>
          </a:lstStyle>
          <a:p>
            <a:r>
              <a:rPr lang="en-US"/>
              <a:t>Quote Author</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437F01D7-30D5-4278-A93F-DE4EDE5E46D3}" type="datetimeFigureOut">
              <a:rPr lang="en-US" smtClean="0"/>
              <a:t>10/22/2026</a:t>
            </a:fld>
            <a:endParaRPr lang="en-US"/>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7100DB61-BF65-49F8-AA6F-6E286B6EA4EC}" type="slidenum">
              <a:rPr lang="en-US" smtClean="0"/>
              <a:t>‹#›</a:t>
            </a:fld>
            <a:endParaRPr lang="en-US"/>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866900" y="1405719"/>
            <a:ext cx="8484108" cy="3087622"/>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a:r>
              <a:rPr lang="en-US" dirty="0"/>
              <a:t>Click to add Quote</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8D1ECC83-D6FA-D54B-81F2-EE93577E016F}"/>
              </a:ext>
            </a:extLst>
          </p:cNvPr>
          <p:cNvCxnSpPr>
            <a:cxnSpLocks/>
          </p:cNvCxnSpPr>
          <p:nvPr/>
        </p:nvCxnSpPr>
        <p:spPr>
          <a:xfrm flipH="1">
            <a:off x="2077285" y="4810814"/>
            <a:ext cx="8273723" cy="0"/>
          </a:xfrm>
          <a:prstGeom prst="line">
            <a:avLst/>
          </a:prstGeom>
          <a:ln w="6350">
            <a:solidFill>
              <a:schemeClr val="tx1">
                <a:lumMod val="75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29253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7012885" cy="1381432"/>
          </a:xfrm>
        </p:spPr>
        <p:txBody>
          <a:bodyPr anchor="t">
            <a:noAutofit/>
          </a:bodyPr>
          <a:lstStyle>
            <a:lvl1pPr>
              <a:defRPr sz="44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437F01D7-30D5-4278-A93F-DE4EDE5E46D3}" type="datetimeFigureOut">
              <a:rPr lang="en-US" smtClean="0"/>
              <a:t>10/22/2026</a:t>
            </a:fld>
            <a:endParaRPr lang="en-US"/>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endParaRPr lang="en-US"/>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7100DB61-BF65-49F8-AA6F-6E286B6EA4EC}" type="slidenum">
              <a:rPr lang="en-US" smtClean="0"/>
              <a:t>‹#›</a:t>
            </a:fld>
            <a:endParaRPr lang="en-US"/>
          </a:p>
        </p:txBody>
      </p:sp>
      <p:cxnSp>
        <p:nvCxnSpPr>
          <p:cNvPr id="3" name="Straight Connector 2">
            <a:extLst>
              <a:ext uri="{FF2B5EF4-FFF2-40B4-BE49-F238E27FC236}">
                <a16:creationId xmlns:a16="http://schemas.microsoft.com/office/drawing/2014/main" id="{9ABA73FC-7BD1-70E0-E0BB-062C0B9E495C}"/>
              </a:ext>
            </a:extLst>
          </p:cNvPr>
          <p:cNvCxnSpPr>
            <a:cxnSpLocks/>
          </p:cNvCxnSpPr>
          <p:nvPr/>
        </p:nvCxnSpPr>
        <p:spPr>
          <a:xfrm flipH="1">
            <a:off x="394716" y="303297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E12F779-E4E9-1000-6D97-63D7AD0CD426}"/>
              </a:ext>
            </a:extLst>
          </p:cNvPr>
          <p:cNvSpPr/>
          <p:nvPr/>
        </p:nvSpPr>
        <p:spPr>
          <a:xfrm rot="5400000" flipH="1">
            <a:off x="4765041" y="-568961"/>
            <a:ext cx="2661919" cy="12192002"/>
          </a:xfrm>
          <a:prstGeom prst="rect">
            <a:avLst/>
          </a:prstGeom>
          <a:gradFill>
            <a:gsLst>
              <a:gs pos="51000">
                <a:schemeClr val="bg2">
                  <a:alpha val="0"/>
                </a:schemeClr>
              </a:gs>
              <a:gs pos="98276">
                <a:schemeClr val="tx2"/>
              </a:gs>
              <a:gs pos="85000">
                <a:schemeClr val="accent1">
                  <a:alpha val="85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11177CF-A7A2-912C-416D-E7E03D2C5291}"/>
              </a:ext>
            </a:extLst>
          </p:cNvPr>
          <p:cNvSpPr/>
          <p:nvPr/>
        </p:nvSpPr>
        <p:spPr>
          <a:xfrm rot="5400000" flipH="1">
            <a:off x="4516120" y="-817882"/>
            <a:ext cx="3159760" cy="12192003"/>
          </a:xfrm>
          <a:prstGeom prst="rect">
            <a:avLst/>
          </a:prstGeom>
          <a:gradFill>
            <a:gsLst>
              <a:gs pos="62000">
                <a:schemeClr val="bg2">
                  <a:alpha val="0"/>
                </a:schemeClr>
              </a:gs>
              <a:gs pos="98276">
                <a:schemeClr val="accent5"/>
              </a:gs>
              <a:gs pos="88000">
                <a:schemeClr val="accent3">
                  <a:alpha val="49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03230" y="3429000"/>
            <a:ext cx="11171699" cy="24656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079084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3CA1D0-5ABF-E529-5411-F834222E48FC}"/>
              </a:ext>
            </a:extLst>
          </p:cNvPr>
          <p:cNvSpPr/>
          <p:nvPr/>
        </p:nvSpPr>
        <p:spPr>
          <a:xfrm rot="5400000">
            <a:off x="5020923" y="-2430130"/>
            <a:ext cx="1825034" cy="11866880"/>
          </a:xfrm>
          <a:prstGeom prst="rect">
            <a:avLst/>
          </a:prstGeom>
          <a:gradFill>
            <a:gsLst>
              <a:gs pos="41000">
                <a:schemeClr val="bg1">
                  <a:alpha val="0"/>
                </a:schemeClr>
              </a:gs>
              <a:gs pos="85612">
                <a:schemeClr val="accent4">
                  <a:alpha val="7800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40F5D87-BF9C-3DAE-D977-87A4FA7749F4}"/>
              </a:ext>
            </a:extLst>
          </p:cNvPr>
          <p:cNvSpPr/>
          <p:nvPr/>
        </p:nvSpPr>
        <p:spPr>
          <a:xfrm rot="10800000" flipH="1">
            <a:off x="0" y="2590790"/>
            <a:ext cx="12192000" cy="1825033"/>
          </a:xfrm>
          <a:prstGeom prst="rect">
            <a:avLst/>
          </a:prstGeom>
          <a:gradFill>
            <a:gsLst>
              <a:gs pos="68000">
                <a:schemeClr val="bg2">
                  <a:alpha val="0"/>
                </a:schemeClr>
              </a:gs>
              <a:gs pos="98851">
                <a:schemeClr val="accent5">
                  <a:lumMod val="60000"/>
                  <a:lumOff val="40000"/>
                </a:schemeClr>
              </a:gs>
              <a:gs pos="89000">
                <a:schemeClr val="accent3">
                  <a:lumMod val="60000"/>
                  <a:lumOff val="40000"/>
                  <a:alpha val="3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6095999" cy="1454506"/>
          </a:xfrm>
        </p:spPr>
        <p:txBody>
          <a:bodyPr anchor="t">
            <a:normAutofit/>
          </a:bodyPr>
          <a:lstStyle>
            <a:lvl1pPr>
              <a:defRPr sz="54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437F01D7-30D5-4278-A93F-DE4EDE5E46D3}" type="datetimeFigureOut">
              <a:rPr lang="en-US" smtClean="0"/>
              <a:t>10/22/2026</a:t>
            </a:fld>
            <a:endParaRPr lang="en-US"/>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endParaRPr lang="en-US"/>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7100DB61-BF65-49F8-AA6F-6E286B6EA4EC}" type="slidenum">
              <a:rPr lang="en-US" smtClean="0"/>
              <a:t>‹#›</a:t>
            </a:fld>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620000" y="3337560"/>
            <a:ext cx="3595171" cy="2828581"/>
          </a:xfrm>
        </p:spPr>
        <p:txBody>
          <a:bodyPr vert="horz" lIns="91440" tIns="45720" rIns="91440" bIns="45720" rtlCol="0">
            <a:normAutofit/>
          </a:bodyPr>
          <a:lstStyle>
            <a:lvl1pPr marL="0" indent="0">
              <a:buNone/>
              <a:defRPr lang="en-US" sz="1800" dirty="0"/>
            </a:lvl1pPr>
            <a:lvl2pPr marL="228600" indent="0">
              <a:buNone/>
              <a:defRPr lang="en-US" sz="1400" dirty="0"/>
            </a:lvl2pPr>
            <a:lvl3pPr marL="457200" indent="0">
              <a:buNone/>
              <a:defRPr lang="en-US" sz="1200" dirty="0"/>
            </a:lvl3pPr>
            <a:lvl4pPr marL="685800" indent="0">
              <a:buNone/>
              <a:defRPr lang="en-US" sz="1100" dirty="0"/>
            </a:lvl4pPr>
            <a:lvl5pPr marL="914400" indent="0">
              <a:buNone/>
              <a:defRPr lang="en-US" sz="105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1997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731520"/>
            <a:ext cx="10858500" cy="692389"/>
          </a:xfrm>
        </p:spPr>
        <p:txBody>
          <a:bodyPr/>
          <a:lstStyle>
            <a:lvl1pPr>
              <a:defRPr>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437F01D7-30D5-4278-A93F-DE4EDE5E46D3}" type="datetimeFigureOut">
              <a:rPr lang="en-US" smtClean="0"/>
              <a:t>10/22/2026</a:t>
            </a:fld>
            <a:endParaRPr lang="en-US"/>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endParaRPr lang="en-US"/>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7100DB61-BF65-49F8-AA6F-6E286B6EA4EC}" type="slidenum">
              <a:rPr lang="en-US" smtClean="0"/>
              <a:t>‹#›</a:t>
            </a:fld>
            <a:endParaRPr lang="en-US"/>
          </a:p>
        </p:txBody>
      </p:sp>
      <p:sp>
        <p:nvSpPr>
          <p:cNvPr id="7" name="Content Placeholder 6">
            <a:extLst>
              <a:ext uri="{FF2B5EF4-FFF2-40B4-BE49-F238E27FC236}">
                <a16:creationId xmlns:a16="http://schemas.microsoft.com/office/drawing/2014/main" id="{80A35E0D-62A8-3554-9B0A-F98F410BA73C}"/>
              </a:ext>
            </a:extLst>
          </p:cNvPr>
          <p:cNvSpPr>
            <a:spLocks noGrp="1"/>
          </p:cNvSpPr>
          <p:nvPr>
            <p:ph sz="quarter" idx="18"/>
          </p:nvPr>
        </p:nvSpPr>
        <p:spPr>
          <a:xfrm>
            <a:off x="301625" y="1806575"/>
            <a:ext cx="5165725"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6">
            <a:extLst>
              <a:ext uri="{FF2B5EF4-FFF2-40B4-BE49-F238E27FC236}">
                <a16:creationId xmlns:a16="http://schemas.microsoft.com/office/drawing/2014/main" id="{59B3B287-1823-BE94-2755-A041E87636AD}"/>
              </a:ext>
            </a:extLst>
          </p:cNvPr>
          <p:cNvSpPr>
            <a:spLocks noGrp="1"/>
          </p:cNvSpPr>
          <p:nvPr>
            <p:ph sz="quarter" idx="19"/>
          </p:nvPr>
        </p:nvSpPr>
        <p:spPr>
          <a:xfrm>
            <a:off x="6723891" y="1806575"/>
            <a:ext cx="4991100"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3AFB33C1-66E4-5420-EAC7-ECB72519298E}"/>
              </a:ext>
            </a:extLst>
          </p:cNvPr>
          <p:cNvCxnSpPr>
            <a:cxnSpLocks/>
          </p:cNvCxnSpPr>
          <p:nvPr/>
        </p:nvCxnSpPr>
        <p:spPr>
          <a:xfrm flipH="1">
            <a:off x="394716" y="158496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422692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mparis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6AE5CFF-8C53-04B8-D45D-5572C54FE40F}"/>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301752" y="731520"/>
            <a:ext cx="11585448" cy="662062"/>
          </a:xfrm>
        </p:spPr>
        <p:txBody>
          <a:bodyPr/>
          <a:lstStyle>
            <a:lvl1pPr>
              <a:defRPr>
                <a:solidFill>
                  <a:schemeClr val="tx1"/>
                </a:solidFill>
              </a:defRPr>
            </a:lvl1pPr>
          </a:lstStyle>
          <a:p>
            <a:r>
              <a:rPr lang="en-US"/>
              <a:t>Click to edit Master title style</a:t>
            </a:r>
          </a:p>
        </p:txBody>
      </p:sp>
      <p:sp>
        <p:nvSpPr>
          <p:cNvPr id="15" name="Date Placeholder 14">
            <a:extLst>
              <a:ext uri="{FF2B5EF4-FFF2-40B4-BE49-F238E27FC236}">
                <a16:creationId xmlns:a16="http://schemas.microsoft.com/office/drawing/2014/main" id="{705EA491-E08A-48B5-7211-33514A94530C}"/>
              </a:ext>
            </a:extLst>
          </p:cNvPr>
          <p:cNvSpPr>
            <a:spLocks noGrp="1"/>
          </p:cNvSpPr>
          <p:nvPr>
            <p:ph type="dt" sz="half" idx="15"/>
          </p:nvPr>
        </p:nvSpPr>
        <p:spPr/>
        <p:txBody>
          <a:bodyPr/>
          <a:lstStyle/>
          <a:p>
            <a:fld id="{437F01D7-30D5-4278-A93F-DE4EDE5E46D3}" type="datetimeFigureOut">
              <a:rPr lang="en-US" smtClean="0"/>
              <a:t>10/22/2026</a:t>
            </a:fld>
            <a:endParaRPr lang="en-US"/>
          </a:p>
        </p:txBody>
      </p:sp>
      <p:sp>
        <p:nvSpPr>
          <p:cNvPr id="16" name="Footer Placeholder 15">
            <a:extLst>
              <a:ext uri="{FF2B5EF4-FFF2-40B4-BE49-F238E27FC236}">
                <a16:creationId xmlns:a16="http://schemas.microsoft.com/office/drawing/2014/main" id="{259980DF-BFB1-0E16-FE9E-D2D30ED180E7}"/>
              </a:ext>
            </a:extLst>
          </p:cNvPr>
          <p:cNvSpPr>
            <a:spLocks noGrp="1"/>
          </p:cNvSpPr>
          <p:nvPr>
            <p:ph type="ftr" sz="quarter" idx="16"/>
          </p:nvPr>
        </p:nvSpPr>
        <p:spPr/>
        <p:txBody>
          <a:bodyPr/>
          <a:lstStyle/>
          <a:p>
            <a:endParaRPr lang="en-US"/>
          </a:p>
        </p:txBody>
      </p:sp>
      <p:sp>
        <p:nvSpPr>
          <p:cNvPr id="17" name="Slide Number Placeholder 16">
            <a:extLst>
              <a:ext uri="{FF2B5EF4-FFF2-40B4-BE49-F238E27FC236}">
                <a16:creationId xmlns:a16="http://schemas.microsoft.com/office/drawing/2014/main" id="{6EA97154-58A7-DD75-CD73-93F442F34125}"/>
              </a:ext>
            </a:extLst>
          </p:cNvPr>
          <p:cNvSpPr>
            <a:spLocks noGrp="1"/>
          </p:cNvSpPr>
          <p:nvPr>
            <p:ph type="sldNum" sz="quarter" idx="17"/>
          </p:nvPr>
        </p:nvSpPr>
        <p:spPr/>
        <p:txBody>
          <a:bodyPr/>
          <a:lstStyle/>
          <a:p>
            <a:fld id="{7100DB61-BF65-49F8-AA6F-6E286B6EA4EC}" type="slidenum">
              <a:rPr lang="en-US" smtClean="0"/>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301752" y="1775779"/>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6">
            <a:extLst>
              <a:ext uri="{FF2B5EF4-FFF2-40B4-BE49-F238E27FC236}">
                <a16:creationId xmlns:a16="http://schemas.microsoft.com/office/drawing/2014/main" id="{13701989-F794-F145-FEEE-631718E4D69C}"/>
              </a:ext>
            </a:extLst>
          </p:cNvPr>
          <p:cNvSpPr>
            <a:spLocks noGrp="1"/>
          </p:cNvSpPr>
          <p:nvPr>
            <p:ph sz="quarter" idx="18"/>
          </p:nvPr>
        </p:nvSpPr>
        <p:spPr>
          <a:xfrm>
            <a:off x="301625" y="2492481"/>
            <a:ext cx="5165725"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720840" y="1775777"/>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6">
            <a:extLst>
              <a:ext uri="{FF2B5EF4-FFF2-40B4-BE49-F238E27FC236}">
                <a16:creationId xmlns:a16="http://schemas.microsoft.com/office/drawing/2014/main" id="{A3BB3E04-BBB2-1EB1-AF01-EFE05E004270}"/>
              </a:ext>
            </a:extLst>
          </p:cNvPr>
          <p:cNvSpPr>
            <a:spLocks noGrp="1"/>
          </p:cNvSpPr>
          <p:nvPr>
            <p:ph sz="quarter" idx="19"/>
          </p:nvPr>
        </p:nvSpPr>
        <p:spPr>
          <a:xfrm>
            <a:off x="6723890" y="2492481"/>
            <a:ext cx="5181907"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B692CF81-A7A7-1362-125E-EEC5C8BD16E7}"/>
              </a:ext>
            </a:extLst>
          </p:cNvPr>
          <p:cNvCxnSpPr>
            <a:cxnSpLocks/>
          </p:cNvCxnSpPr>
          <p:nvPr/>
        </p:nvCxnSpPr>
        <p:spPr>
          <a:xfrm flipH="1">
            <a:off x="394716" y="1579934"/>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11E71789-6ED9-AA74-B78C-05CAF80B5536}"/>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9290529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301752" y="1005840"/>
            <a:ext cx="9906000" cy="801042"/>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437F01D7-30D5-4278-A93F-DE4EDE5E46D3}" type="datetimeFigureOut">
              <a:rPr lang="en-US" smtClean="0"/>
              <a:t>10/22/2026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7100DB61-BF65-49F8-AA6F-6E286B6EA4EC}" type="slidenum">
              <a:rPr lang="en-US" smtClean="0"/>
              <a:t>‹#›</a:t>
            </a:fld>
            <a:endParaRPr lang="en-US"/>
          </a:p>
        </p:txBody>
      </p:sp>
    </p:spTree>
    <p:extLst>
      <p:ext uri="{BB962C8B-B14F-4D97-AF65-F5344CB8AC3E}">
        <p14:creationId xmlns:p14="http://schemas.microsoft.com/office/powerpoint/2010/main" val="296989653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437F01D7-30D5-4278-A93F-DE4EDE5E46D3}" type="datetimeFigureOut">
              <a:rPr lang="en-US" smtClean="0"/>
              <a:t>10/22/2026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7100DB61-BF65-49F8-AA6F-6E286B6EA4EC}" type="slidenum">
              <a:rPr lang="en-US" smtClean="0"/>
              <a:t>‹#›</a:t>
            </a:fld>
            <a:endParaRPr lang="en-US"/>
          </a:p>
        </p:txBody>
      </p:sp>
    </p:spTree>
    <p:extLst>
      <p:ext uri="{BB962C8B-B14F-4D97-AF65-F5344CB8AC3E}">
        <p14:creationId xmlns:p14="http://schemas.microsoft.com/office/powerpoint/2010/main" val="27562909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301752" y="869140"/>
            <a:ext cx="11604046" cy="96920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01752" y="210114"/>
            <a:ext cx="1759288" cy="365760"/>
          </a:xfrm>
          <a:prstGeom prst="rect">
            <a:avLst/>
          </a:prstGeom>
        </p:spPr>
        <p:txBody>
          <a:bodyPr vert="horz" lIns="91440" tIns="45720" rIns="91440" bIns="45720" rtlCol="0" anchor="ctr"/>
          <a:lstStyle>
            <a:lvl1pPr algn="l" rtl="0">
              <a:defRPr sz="800" cap="none" spc="0" baseline="0">
                <a:solidFill>
                  <a:schemeClr val="tx1"/>
                </a:solidFill>
              </a:defRPr>
            </a:lvl1pPr>
          </a:lstStyle>
          <a:p>
            <a:fld id="{437F01D7-30D5-4278-A93F-DE4EDE5E46D3}" type="datetimeFigureOut">
              <a:rPr lang="en-US" smtClean="0"/>
              <a:t>10/22/2026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7622485" y="210114"/>
            <a:ext cx="2509284" cy="365760"/>
          </a:xfrm>
          <a:prstGeom prst="rect">
            <a:avLst/>
          </a:prstGeom>
        </p:spPr>
        <p:txBody>
          <a:bodyPr vert="horz" lIns="91440" tIns="45720" rIns="91440" bIns="45720" rtlCol="0" anchor="ctr"/>
          <a:lstStyle>
            <a:lvl1pPr algn="l" rtl="0">
              <a:defRPr sz="800" cap="none" spc="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300323" y="210114"/>
            <a:ext cx="605475" cy="365760"/>
          </a:xfrm>
          <a:prstGeom prst="rect">
            <a:avLst/>
          </a:prstGeom>
        </p:spPr>
        <p:txBody>
          <a:bodyPr vert="horz" lIns="91440" tIns="45720" rIns="91440" bIns="45720" rtlCol="0" anchor="ctr"/>
          <a:lstStyle>
            <a:lvl1pPr algn="r" rtl="0">
              <a:defRPr sz="800" cap="none" spc="0" baseline="0">
                <a:solidFill>
                  <a:schemeClr val="tx1"/>
                </a:solidFill>
              </a:defRPr>
            </a:lvl1pPr>
          </a:lstStyle>
          <a:p>
            <a:fld id="{7100DB61-BF65-49F8-AA6F-6E286B6EA4EC}" type="slidenum">
              <a:rPr lang="en-US" smtClean="0"/>
              <a:t>‹#›</a:t>
            </a:fld>
            <a:endParaRPr lang="en-US"/>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301752" y="2047284"/>
            <a:ext cx="11604046" cy="423464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6" name="Straight Connector 15">
            <a:extLst>
              <a:ext uri="{FF2B5EF4-FFF2-40B4-BE49-F238E27FC236}">
                <a16:creationId xmlns:a16="http://schemas.microsoft.com/office/drawing/2014/main" id="{A3E5EF3F-856F-01A0-B658-94EAB13FC060}"/>
              </a:ext>
            </a:extLst>
          </p:cNvPr>
          <p:cNvCxnSpPr>
            <a:cxnSpLocks/>
          </p:cNvCxnSpPr>
          <p:nvPr/>
        </p:nvCxnSpPr>
        <p:spPr>
          <a:xfrm flipH="1">
            <a:off x="394716" y="751313"/>
            <a:ext cx="1140256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4875214"/>
      </p:ext>
    </p:extLst>
  </p:cSld>
  <p:clrMap bg1="dk1" tx1="lt1" bg2="dk2" tx2="lt2" accent1="accent1" accent2="accent2" accent3="accent3" accent4="accent4" accent5="accent5" accent6="accent6" hlink="hlink" folHlink="folHlink"/>
  <p:sldLayoutIdLst>
    <p:sldLayoutId id="2147483890" r:id="rId1"/>
    <p:sldLayoutId id="2147483891" r:id="rId2"/>
    <p:sldLayoutId id="2147483892" r:id="rId3"/>
    <p:sldLayoutId id="2147483893" r:id="rId4"/>
    <p:sldLayoutId id="2147483894" r:id="rId5"/>
    <p:sldLayoutId id="2147483895" r:id="rId6"/>
    <p:sldLayoutId id="2147483896" r:id="rId7"/>
    <p:sldLayoutId id="2147483897" r:id="rId8"/>
    <p:sldLayoutId id="2147483898" r:id="rId9"/>
    <p:sldLayoutId id="2147483899" r:id="rId10"/>
    <p:sldLayoutId id="2147483900" r:id="rId11"/>
    <p:sldLayoutId id="2147483901" r:id="rId12"/>
    <p:sldLayoutId id="2147483902" r:id="rId13"/>
    <p:sldLayoutId id="2147483903" r:id="rId14"/>
    <p:sldLayoutId id="2147483904" r:id="rId15"/>
    <p:sldLayoutId id="2147483905" r:id="rId16"/>
    <p:sldLayoutId id="2147483906" r:id="rId17"/>
    <p:sldLayoutId id="2147483907" r:id="rId18"/>
    <p:sldLayoutId id="2147483908" r:id="rId19"/>
    <p:sldLayoutId id="2147483909" r:id="rId20"/>
    <p:sldLayoutId id="2147483910" r:id="rId21"/>
    <p:sldLayoutId id="2147483911" r:id="rId22"/>
    <p:sldLayoutId id="2147483912" r:id="rId23"/>
    <p:sldLayoutId id="2147483913" r:id="rId24"/>
    <p:sldLayoutId id="2147483914" r:id="rId25"/>
    <p:sldLayoutId id="2147483915" r:id="rId26"/>
    <p:sldLayoutId id="2147483916" r:id="rId27"/>
  </p:sldLayoutIdLst>
  <p:txStyles>
    <p:titleStyle>
      <a:lvl1pPr algn="l" defTabSz="914400" rtl="0" eaLnBrk="1" latinLnBrk="0" hangingPunct="1">
        <a:lnSpc>
          <a:spcPct val="85000"/>
        </a:lnSpc>
        <a:spcBef>
          <a:spcPct val="0"/>
        </a:spcBef>
        <a:buNone/>
        <a:defRPr sz="2800" b="0" kern="1200" spc="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spc="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pos="168">
          <p15:clr>
            <a:srgbClr val="F26B43"/>
          </p15:clr>
        </p15:guide>
        <p15:guide id="22" orient="horz" pos="2160">
          <p15:clr>
            <a:srgbClr val="F26B43"/>
          </p15:clr>
        </p15:guide>
        <p15:guide id="23" pos="4800">
          <p15:clr>
            <a:srgbClr val="F26B43"/>
          </p15:clr>
        </p15:guide>
        <p15:guide id="24" orient="horz" pos="480">
          <p15:clr>
            <a:srgbClr val="F26B43"/>
          </p15:clr>
        </p15:guide>
        <p15:guide id="25" orient="horz" pos="864">
          <p15:clr>
            <a:srgbClr val="F26B43"/>
          </p15:clr>
        </p15:guide>
        <p15:guide id="26" pos="7392">
          <p15:clr>
            <a:srgbClr val="F26B43"/>
          </p15:clr>
        </p15:guide>
        <p15:guide id="27" orient="horz" pos="3840">
          <p15:clr>
            <a:srgbClr val="F26B43"/>
          </p15:clr>
        </p15:guide>
        <p15:guide id="28" pos="240">
          <p15:clr>
            <a:srgbClr val="F26B43"/>
          </p15:clr>
        </p15:guide>
        <p15:guide id="29" pos="74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4114D-9355-3C0C-8044-F4E084C3B857}"/>
              </a:ext>
            </a:extLst>
          </p:cNvPr>
          <p:cNvSpPr>
            <a:spLocks noGrp="1"/>
          </p:cNvSpPr>
          <p:nvPr>
            <p:ph type="title"/>
          </p:nvPr>
        </p:nvSpPr>
        <p:spPr>
          <a:xfrm>
            <a:off x="1524000" y="1335089"/>
            <a:ext cx="9144000" cy="1655761"/>
          </a:xfrm>
        </p:spPr>
        <p:txBody>
          <a:bodyPr>
            <a:normAutofit/>
          </a:bodyPr>
          <a:lstStyle/>
          <a:p>
            <a:r>
              <a:rPr lang="en-US" dirty="0"/>
              <a:t>HIV Treatment Outcomes Analysis and Prediction</a:t>
            </a:r>
          </a:p>
        </p:txBody>
      </p:sp>
      <p:sp>
        <p:nvSpPr>
          <p:cNvPr id="3" name="Subtitle 2">
            <a:extLst>
              <a:ext uri="{FF2B5EF4-FFF2-40B4-BE49-F238E27FC236}">
                <a16:creationId xmlns:a16="http://schemas.microsoft.com/office/drawing/2014/main" id="{BFCACC4F-95B3-1FD6-6F29-0D1647C315B1}"/>
              </a:ext>
            </a:extLst>
          </p:cNvPr>
          <p:cNvSpPr>
            <a:spLocks noGrp="1"/>
          </p:cNvSpPr>
          <p:nvPr>
            <p:ph type="subTitle" idx="1"/>
          </p:nvPr>
        </p:nvSpPr>
        <p:spPr>
          <a:xfrm>
            <a:off x="1524000" y="3867151"/>
            <a:ext cx="9144000" cy="2646362"/>
          </a:xfrm>
        </p:spPr>
        <p:txBody>
          <a:bodyPr>
            <a:normAutofit fontScale="25000" lnSpcReduction="20000"/>
          </a:bodyPr>
          <a:lstStyle/>
          <a:p>
            <a:r>
              <a:rPr lang="en-US" sz="6400" dirty="0"/>
              <a:t>Proposed title: Predicting HIV Treatment Outcomes Using Machine Learning</a:t>
            </a:r>
          </a:p>
          <a:p>
            <a:r>
              <a:rPr lang="en-US" sz="6400" dirty="0"/>
              <a:t>Viral Load</a:t>
            </a:r>
          </a:p>
          <a:p>
            <a:r>
              <a:rPr lang="en-US" sz="6400" dirty="0"/>
              <a:t>Suppression Classification and CD4 Count Estimation</a:t>
            </a:r>
          </a:p>
          <a:p>
            <a:endParaRPr lang="en-US" sz="6400" dirty="0"/>
          </a:p>
          <a:p>
            <a:endParaRPr lang="en-US" sz="6400" dirty="0"/>
          </a:p>
          <a:p>
            <a:r>
              <a:rPr lang="en-US" sz="6400" dirty="0"/>
              <a:t>Presented by: Marsha Kiptoo &amp; Lorna Kemboi</a:t>
            </a:r>
          </a:p>
          <a:p>
            <a:r>
              <a:rPr lang="en-US" sz="6400" dirty="0"/>
              <a:t>Program:   Eldo Hub  Data Analysis</a:t>
            </a:r>
          </a:p>
          <a:p>
            <a:r>
              <a:rPr lang="en-US" sz="6400" dirty="0"/>
              <a:t>Dataset period: 2020–2025</a:t>
            </a:r>
          </a:p>
          <a:p>
            <a:endParaRPr lang="en-US" sz="6400" dirty="0"/>
          </a:p>
          <a:p>
            <a:endParaRPr lang="en-US" dirty="0"/>
          </a:p>
        </p:txBody>
      </p:sp>
    </p:spTree>
    <p:extLst>
      <p:ext uri="{BB962C8B-B14F-4D97-AF65-F5344CB8AC3E}">
        <p14:creationId xmlns:p14="http://schemas.microsoft.com/office/powerpoint/2010/main" val="35183648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FA750-5BB9-2970-7B11-9C8D5E6E8DB9}"/>
              </a:ext>
            </a:extLst>
          </p:cNvPr>
          <p:cNvSpPr>
            <a:spLocks noGrp="1"/>
          </p:cNvSpPr>
          <p:nvPr>
            <p:ph type="title"/>
          </p:nvPr>
        </p:nvSpPr>
        <p:spPr/>
        <p:txBody>
          <a:bodyPr/>
          <a:lstStyle/>
          <a:p>
            <a:r>
              <a:rPr lang="en-US" dirty="0"/>
              <a:t>Project Overview</a:t>
            </a:r>
          </a:p>
        </p:txBody>
      </p:sp>
      <p:sp>
        <p:nvSpPr>
          <p:cNvPr id="3" name="Subtitle 2">
            <a:extLst>
              <a:ext uri="{FF2B5EF4-FFF2-40B4-BE49-F238E27FC236}">
                <a16:creationId xmlns:a16="http://schemas.microsoft.com/office/drawing/2014/main" id="{A5E60354-2C27-CC68-3818-F0DFC417C0F6}"/>
              </a:ext>
            </a:extLst>
          </p:cNvPr>
          <p:cNvSpPr>
            <a:spLocks noGrp="1"/>
          </p:cNvSpPr>
          <p:nvPr>
            <p:ph type="subTitle" idx="1"/>
          </p:nvPr>
        </p:nvSpPr>
        <p:spPr>
          <a:xfrm>
            <a:off x="301751" y="2228850"/>
            <a:ext cx="7235954" cy="4476750"/>
          </a:xfrm>
        </p:spPr>
        <p:txBody>
          <a:bodyPr>
            <a:normAutofit fontScale="92500" lnSpcReduction="10000"/>
          </a:bodyPr>
          <a:lstStyle/>
          <a:p>
            <a:r>
              <a:rPr lang="en-US" dirty="0"/>
              <a:t>This project uses patient data to explore HIV treatment outcomes and apply machine learning to predict important clinical indicators.</a:t>
            </a:r>
          </a:p>
          <a:p>
            <a:r>
              <a:rPr lang="en-US" dirty="0"/>
              <a:t>Project focus</a:t>
            </a:r>
          </a:p>
          <a:p>
            <a:r>
              <a:rPr lang="en-US" dirty="0"/>
              <a:t>1. Exploratory Data Analysis</a:t>
            </a:r>
          </a:p>
          <a:p>
            <a:r>
              <a:rPr lang="en-US" dirty="0"/>
              <a:t>Identify patterns, trends and relationships in patient characteristics and treatment outcomes.</a:t>
            </a:r>
          </a:p>
          <a:p>
            <a:r>
              <a:rPr lang="en-US" dirty="0"/>
              <a:t>2. Machine Learning</a:t>
            </a:r>
          </a:p>
          <a:p>
            <a:r>
              <a:rPr lang="en-US" dirty="0"/>
              <a:t>Classify viral load suppression status and estimate CD4 counts using patient information.</a:t>
            </a:r>
          </a:p>
          <a:p>
            <a:r>
              <a:rPr lang="en-US" dirty="0"/>
              <a:t>3. Web Application Deployment</a:t>
            </a:r>
          </a:p>
          <a:p>
            <a:r>
              <a:rPr lang="en-US" dirty="0"/>
              <a:t>Develop a Flask application to demonstrate the models' predictions from user-entered patient details.</a:t>
            </a:r>
          </a:p>
          <a:p>
            <a:endParaRPr lang="en-US" dirty="0"/>
          </a:p>
        </p:txBody>
      </p:sp>
    </p:spTree>
    <p:extLst>
      <p:ext uri="{BB962C8B-B14F-4D97-AF65-F5344CB8AC3E}">
        <p14:creationId xmlns:p14="http://schemas.microsoft.com/office/powerpoint/2010/main" val="31962593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BCC27-51EF-36A3-CD27-B1948716446F}"/>
              </a:ext>
            </a:extLst>
          </p:cNvPr>
          <p:cNvSpPr>
            <a:spLocks noGrp="1"/>
          </p:cNvSpPr>
          <p:nvPr>
            <p:ph type="title"/>
          </p:nvPr>
        </p:nvSpPr>
        <p:spPr>
          <a:xfrm>
            <a:off x="274320" y="1133214"/>
            <a:ext cx="11631478" cy="1116500"/>
          </a:xfrm>
        </p:spPr>
        <p:txBody>
          <a:bodyPr>
            <a:normAutofit/>
          </a:bodyPr>
          <a:lstStyle/>
          <a:p>
            <a:r>
              <a:rPr lang="en-US" dirty="0"/>
              <a:t>Problem Statement and Objectives</a:t>
            </a:r>
          </a:p>
        </p:txBody>
      </p:sp>
      <p:sp>
        <p:nvSpPr>
          <p:cNvPr id="3" name="Subtitle 2">
            <a:extLst>
              <a:ext uri="{FF2B5EF4-FFF2-40B4-BE49-F238E27FC236}">
                <a16:creationId xmlns:a16="http://schemas.microsoft.com/office/drawing/2014/main" id="{E807CA75-F764-D09C-EF08-430224B31E11}"/>
              </a:ext>
            </a:extLst>
          </p:cNvPr>
          <p:cNvSpPr>
            <a:spLocks noGrp="1"/>
          </p:cNvSpPr>
          <p:nvPr>
            <p:ph type="subTitle" idx="1"/>
          </p:nvPr>
        </p:nvSpPr>
        <p:spPr>
          <a:xfrm>
            <a:off x="301751" y="2046515"/>
            <a:ext cx="7235954" cy="4811486"/>
          </a:xfrm>
        </p:spPr>
        <p:txBody>
          <a:bodyPr>
            <a:normAutofit/>
          </a:bodyPr>
          <a:lstStyle/>
          <a:p>
            <a:r>
              <a:rPr lang="en-US" dirty="0"/>
              <a:t>Problem Statement</a:t>
            </a:r>
          </a:p>
          <a:p>
            <a:r>
              <a:rPr lang="en-US" dirty="0"/>
              <a:t>HIV treatment programs collect patient data, including viral load, CD4 counts, adherence and clinic attendance. Analyzing these data can help reveal patterns in treatment outcomes and identify factors associated with viral load suppression.</a:t>
            </a:r>
          </a:p>
          <a:p>
            <a:r>
              <a:rPr lang="en-US" dirty="0"/>
              <a:t>Project Objectives</a:t>
            </a:r>
          </a:p>
          <a:p>
            <a:r>
              <a:rPr lang="en-US" dirty="0"/>
              <a:t>Clean and prepare the dataset for reliable analysis.</a:t>
            </a:r>
          </a:p>
          <a:p>
            <a:r>
              <a:rPr lang="en-US" dirty="0"/>
              <a:t>Explore patient characteristics and HIV treatment outcome trends.</a:t>
            </a:r>
          </a:p>
          <a:p>
            <a:r>
              <a:rPr lang="en-US" dirty="0"/>
              <a:t>Build a classification model to predict viral load suppression status.</a:t>
            </a:r>
          </a:p>
          <a:p>
            <a:r>
              <a:rPr lang="en-US" dirty="0"/>
              <a:t>Develop a regression model to estimate CD4 counts.</a:t>
            </a:r>
          </a:p>
          <a:p>
            <a:r>
              <a:rPr lang="en-US" dirty="0"/>
              <a:t>Deploy the models in a Flask web application.</a:t>
            </a:r>
          </a:p>
          <a:p>
            <a:endParaRPr lang="en-US" dirty="0"/>
          </a:p>
        </p:txBody>
      </p:sp>
    </p:spTree>
    <p:extLst>
      <p:ext uri="{BB962C8B-B14F-4D97-AF65-F5344CB8AC3E}">
        <p14:creationId xmlns:p14="http://schemas.microsoft.com/office/powerpoint/2010/main" val="29842514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294B4-A702-C2E5-AD7D-8D44BD72B2BB}"/>
              </a:ext>
            </a:extLst>
          </p:cNvPr>
          <p:cNvSpPr>
            <a:spLocks noGrp="1"/>
          </p:cNvSpPr>
          <p:nvPr>
            <p:ph type="title"/>
          </p:nvPr>
        </p:nvSpPr>
        <p:spPr>
          <a:xfrm>
            <a:off x="274320" y="1155701"/>
            <a:ext cx="8323580" cy="609600"/>
          </a:xfrm>
        </p:spPr>
        <p:txBody>
          <a:bodyPr>
            <a:normAutofit fontScale="90000"/>
          </a:bodyPr>
          <a:lstStyle/>
          <a:p>
            <a:r>
              <a:rPr lang="en-US" dirty="0"/>
              <a:t>Dataset Overview</a:t>
            </a:r>
          </a:p>
        </p:txBody>
      </p:sp>
      <p:sp>
        <p:nvSpPr>
          <p:cNvPr id="3" name="Subtitle 2">
            <a:extLst>
              <a:ext uri="{FF2B5EF4-FFF2-40B4-BE49-F238E27FC236}">
                <a16:creationId xmlns:a16="http://schemas.microsoft.com/office/drawing/2014/main" id="{ECACEA9E-A6FC-EE47-0AE1-4B4A52635886}"/>
              </a:ext>
            </a:extLst>
          </p:cNvPr>
          <p:cNvSpPr>
            <a:spLocks noGrp="1"/>
          </p:cNvSpPr>
          <p:nvPr>
            <p:ph type="subTitle" idx="1"/>
          </p:nvPr>
        </p:nvSpPr>
        <p:spPr>
          <a:xfrm>
            <a:off x="301751" y="1765301"/>
            <a:ext cx="7235954" cy="5390241"/>
          </a:xfrm>
        </p:spPr>
        <p:txBody>
          <a:bodyPr/>
          <a:lstStyle/>
          <a:p>
            <a:r>
              <a:rPr lang="en-US" dirty="0"/>
              <a:t>Dataset Description</a:t>
            </a:r>
          </a:p>
          <a:p>
            <a:r>
              <a:rPr lang="en-US" dirty="0"/>
              <a:t>The project uses a patient-level HIV treatment dataset containing demographic information, clinical indicators, treatment details and clinic attendance records.</a:t>
            </a:r>
          </a:p>
          <a:p>
            <a:r>
              <a:rPr lang="en-US" b="1" dirty="0"/>
              <a:t>5,200</a:t>
            </a:r>
          </a:p>
          <a:p>
            <a:r>
              <a:rPr lang="en-US" dirty="0"/>
              <a:t>Patient records</a:t>
            </a:r>
          </a:p>
          <a:p>
            <a:r>
              <a:rPr lang="en-US" b="1" dirty="0"/>
              <a:t>2020–2025</a:t>
            </a:r>
          </a:p>
          <a:p>
            <a:r>
              <a:rPr lang="en-US" dirty="0"/>
              <a:t>Registration period</a:t>
            </a:r>
          </a:p>
          <a:p>
            <a:r>
              <a:rPr lang="en-US" dirty="0"/>
              <a:t>Key Variables</a:t>
            </a:r>
          </a:p>
          <a:p>
            <a:pPr lvl="0"/>
            <a:r>
              <a:rPr lang="en-US" dirty="0"/>
              <a:t>Demographics: Age, Gender, Marital Status, Subcounty</a:t>
            </a:r>
          </a:p>
          <a:p>
            <a:pPr lvl="0"/>
            <a:r>
              <a:rPr lang="en-US" dirty="0"/>
              <a:t>Treatment: ART Status, Regimen Line, Adherence Level</a:t>
            </a:r>
          </a:p>
          <a:p>
            <a:pPr lvl="0"/>
            <a:r>
              <a:rPr lang="en-US" dirty="0"/>
              <a:t>Clinical indicators: CD4Count, ViralLoad__Last12Months</a:t>
            </a:r>
          </a:p>
        </p:txBody>
      </p:sp>
    </p:spTree>
    <p:extLst>
      <p:ext uri="{BB962C8B-B14F-4D97-AF65-F5344CB8AC3E}">
        <p14:creationId xmlns:p14="http://schemas.microsoft.com/office/powerpoint/2010/main" val="2251013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1A6E7-7BA0-BF7D-3A7A-7F5415BFB243}"/>
              </a:ext>
            </a:extLst>
          </p:cNvPr>
          <p:cNvSpPr>
            <a:spLocks noGrp="1"/>
          </p:cNvSpPr>
          <p:nvPr>
            <p:ph type="title"/>
          </p:nvPr>
        </p:nvSpPr>
        <p:spPr>
          <a:xfrm>
            <a:off x="274320" y="1133214"/>
            <a:ext cx="8806180" cy="619386"/>
          </a:xfrm>
        </p:spPr>
        <p:txBody>
          <a:bodyPr>
            <a:normAutofit fontScale="90000"/>
          </a:bodyPr>
          <a:lstStyle/>
          <a:p>
            <a:r>
              <a:rPr lang="en-US" dirty="0"/>
              <a:t>Data Cleaning and Preparation</a:t>
            </a:r>
          </a:p>
        </p:txBody>
      </p:sp>
      <p:sp>
        <p:nvSpPr>
          <p:cNvPr id="3" name="Subtitle 2">
            <a:extLst>
              <a:ext uri="{FF2B5EF4-FFF2-40B4-BE49-F238E27FC236}">
                <a16:creationId xmlns:a16="http://schemas.microsoft.com/office/drawing/2014/main" id="{4FBD18AD-8303-91EF-8BBC-36E24D46F191}"/>
              </a:ext>
            </a:extLst>
          </p:cNvPr>
          <p:cNvSpPr>
            <a:spLocks noGrp="1"/>
          </p:cNvSpPr>
          <p:nvPr>
            <p:ph type="subTitle" idx="1"/>
          </p:nvPr>
        </p:nvSpPr>
        <p:spPr>
          <a:xfrm>
            <a:off x="301751" y="1752600"/>
            <a:ext cx="7235954" cy="5105400"/>
          </a:xfrm>
        </p:spPr>
        <p:txBody>
          <a:bodyPr/>
          <a:lstStyle/>
          <a:p>
            <a:r>
              <a:rPr lang="en-US" dirty="0"/>
              <a:t>Why was data cleaning necessary?</a:t>
            </a:r>
          </a:p>
          <a:p>
            <a:r>
              <a:rPr lang="en-US" dirty="0"/>
              <a:t>The dataset contained inconsistencies that needed to be addressed before exploratory analysis and machine learning.</a:t>
            </a:r>
          </a:p>
          <a:p>
            <a:r>
              <a:rPr lang="en-US" dirty="0"/>
              <a:t>Key data quality issues and actions</a:t>
            </a:r>
          </a:p>
          <a:p>
            <a:r>
              <a:rPr lang="en-US" dirty="0"/>
              <a:t>Inconsistent categories</a:t>
            </a:r>
          </a:p>
          <a:p>
            <a:r>
              <a:rPr lang="en-US" dirty="0"/>
              <a:t>Standardized Gender values, such as F, Female and FEMALE, into consistent categories.</a:t>
            </a:r>
          </a:p>
          <a:p>
            <a:r>
              <a:rPr lang="en-US" dirty="0"/>
              <a:t>Inconsistent date formats</a:t>
            </a:r>
          </a:p>
          <a:p>
            <a:r>
              <a:rPr lang="en-US" dirty="0"/>
              <a:t>Parsed Registration Date values into a consistent datetime format.</a:t>
            </a:r>
          </a:p>
          <a:p>
            <a:r>
              <a:rPr lang="en-US" dirty="0"/>
              <a:t>Missing values</a:t>
            </a:r>
          </a:p>
          <a:p>
            <a:r>
              <a:rPr lang="en-US" dirty="0"/>
              <a:t>Examined missing values and handled them according to the project's cleaning guidelines.</a:t>
            </a:r>
          </a:p>
          <a:p>
            <a:r>
              <a:rPr lang="en-US" dirty="0"/>
              <a:t>Data integrity checks</a:t>
            </a:r>
          </a:p>
          <a:p>
            <a:r>
              <a:rPr lang="en-US" dirty="0"/>
              <a:t>Checked CaseID values for missing entries and duplicates.</a:t>
            </a:r>
          </a:p>
          <a:p>
            <a:endParaRPr lang="en-US" dirty="0"/>
          </a:p>
        </p:txBody>
      </p:sp>
    </p:spTree>
    <p:extLst>
      <p:ext uri="{BB962C8B-B14F-4D97-AF65-F5344CB8AC3E}">
        <p14:creationId xmlns:p14="http://schemas.microsoft.com/office/powerpoint/2010/main" val="630333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1321B-6FA5-8914-6349-5C2F3DFF2D92}"/>
              </a:ext>
            </a:extLst>
          </p:cNvPr>
          <p:cNvSpPr>
            <a:spLocks noGrp="1"/>
          </p:cNvSpPr>
          <p:nvPr>
            <p:ph type="title"/>
          </p:nvPr>
        </p:nvSpPr>
        <p:spPr>
          <a:xfrm>
            <a:off x="274320" y="0"/>
            <a:ext cx="7713980" cy="711200"/>
          </a:xfrm>
        </p:spPr>
        <p:txBody>
          <a:bodyPr>
            <a:normAutofit fontScale="90000"/>
          </a:bodyPr>
          <a:lstStyle/>
          <a:p>
            <a:r>
              <a:rPr lang="en-US" dirty="0"/>
              <a:t>Exploratory Data Analysis</a:t>
            </a:r>
          </a:p>
        </p:txBody>
      </p:sp>
      <p:sp>
        <p:nvSpPr>
          <p:cNvPr id="3" name="Subtitle 2">
            <a:extLst>
              <a:ext uri="{FF2B5EF4-FFF2-40B4-BE49-F238E27FC236}">
                <a16:creationId xmlns:a16="http://schemas.microsoft.com/office/drawing/2014/main" id="{EFBE7686-3B26-4B32-F829-BBBE4615F1AC}"/>
              </a:ext>
            </a:extLst>
          </p:cNvPr>
          <p:cNvSpPr>
            <a:spLocks noGrp="1"/>
          </p:cNvSpPr>
          <p:nvPr>
            <p:ph type="subTitle" idx="1"/>
          </p:nvPr>
        </p:nvSpPr>
        <p:spPr>
          <a:xfrm>
            <a:off x="101600" y="566057"/>
            <a:ext cx="7408674" cy="6291943"/>
          </a:xfrm>
        </p:spPr>
        <p:txBody>
          <a:bodyPr/>
          <a:lstStyle/>
          <a:p>
            <a:r>
              <a:rPr lang="en-US" dirty="0"/>
              <a:t>Purpose of EDA</a:t>
            </a:r>
          </a:p>
          <a:p>
            <a:r>
              <a:rPr lang="en-US" dirty="0"/>
              <a:t>To understand the characteristics of the patients and explore patterns in HIV treatment outcomes.</a:t>
            </a:r>
          </a:p>
          <a:p>
            <a:r>
              <a:rPr lang="en-US" dirty="0"/>
              <a:t>Treatment outcome patterns</a:t>
            </a:r>
          </a:p>
          <a:p>
            <a:r>
              <a:rPr lang="en-US" dirty="0"/>
              <a:t>Examined viral load suppression categories and relationships between selected patient variables and outcomes</a:t>
            </a:r>
          </a:p>
        </p:txBody>
      </p:sp>
    </p:spTree>
    <p:extLst>
      <p:ext uri="{BB962C8B-B14F-4D97-AF65-F5344CB8AC3E}">
        <p14:creationId xmlns:p14="http://schemas.microsoft.com/office/powerpoint/2010/main" val="34662818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570DA-ED89-6E3A-EF48-FF0DAA904DC0}"/>
              </a:ext>
            </a:extLst>
          </p:cNvPr>
          <p:cNvSpPr>
            <a:spLocks noGrp="1"/>
          </p:cNvSpPr>
          <p:nvPr>
            <p:ph type="title"/>
          </p:nvPr>
        </p:nvSpPr>
        <p:spPr>
          <a:xfrm>
            <a:off x="274320" y="580572"/>
            <a:ext cx="11631478" cy="1106714"/>
          </a:xfrm>
        </p:spPr>
        <p:txBody>
          <a:bodyPr/>
          <a:lstStyle/>
          <a:p>
            <a:r>
              <a:rPr lang="en-US" dirty="0"/>
              <a:t>Feature Engineering &amp; Model Preparation</a:t>
            </a:r>
          </a:p>
        </p:txBody>
      </p:sp>
      <p:sp>
        <p:nvSpPr>
          <p:cNvPr id="3" name="Subtitle 2">
            <a:extLst>
              <a:ext uri="{FF2B5EF4-FFF2-40B4-BE49-F238E27FC236}">
                <a16:creationId xmlns:a16="http://schemas.microsoft.com/office/drawing/2014/main" id="{2A10958A-ABF2-75AA-398D-D503C38D62E8}"/>
              </a:ext>
            </a:extLst>
          </p:cNvPr>
          <p:cNvSpPr>
            <a:spLocks noGrp="1"/>
          </p:cNvSpPr>
          <p:nvPr>
            <p:ph type="subTitle" idx="1"/>
          </p:nvPr>
        </p:nvSpPr>
        <p:spPr>
          <a:xfrm>
            <a:off x="274320" y="2061029"/>
            <a:ext cx="7235954" cy="4049395"/>
          </a:xfrm>
        </p:spPr>
        <p:txBody>
          <a:bodyPr/>
          <a:lstStyle/>
          <a:p>
            <a:r>
              <a:rPr lang="en-US" dirty="0"/>
              <a:t>Preparing the data for machine learning</a:t>
            </a:r>
          </a:p>
          <a:p>
            <a:r>
              <a:rPr lang="en-US" dirty="0"/>
              <a:t>                             Cleaned dataset</a:t>
            </a:r>
          </a:p>
          <a:p>
            <a:endParaRPr lang="en-US" dirty="0"/>
          </a:p>
          <a:p>
            <a:r>
              <a:rPr lang="en-US" dirty="0"/>
              <a:t>              Select relevant features and target variables</a:t>
            </a:r>
          </a:p>
          <a:p>
            <a:r>
              <a:rPr lang="en-US" dirty="0"/>
              <a:t> </a:t>
            </a:r>
          </a:p>
          <a:p>
            <a:r>
              <a:rPr lang="en-US" dirty="0"/>
              <a:t> </a:t>
            </a:r>
          </a:p>
          <a:p>
            <a:r>
              <a:rPr lang="en-US" dirty="0"/>
              <a:t>Classification                                                Regression</a:t>
            </a:r>
          </a:p>
          <a:p>
            <a:r>
              <a:rPr lang="en-US" dirty="0"/>
              <a:t>Predict viral load suppression status           Estimate CD4 count</a:t>
            </a:r>
          </a:p>
          <a:p>
            <a:endParaRPr lang="en-US" dirty="0"/>
          </a:p>
          <a:p>
            <a:endParaRPr lang="en-US" dirty="0"/>
          </a:p>
        </p:txBody>
      </p:sp>
      <p:cxnSp>
        <p:nvCxnSpPr>
          <p:cNvPr id="9" name="Straight Arrow Connector 8">
            <a:extLst>
              <a:ext uri="{FF2B5EF4-FFF2-40B4-BE49-F238E27FC236}">
                <a16:creationId xmlns:a16="http://schemas.microsoft.com/office/drawing/2014/main" id="{B268F4F3-D2D3-D4CC-4D6A-0D4DF67BDEBB}"/>
              </a:ext>
            </a:extLst>
          </p:cNvPr>
          <p:cNvCxnSpPr/>
          <p:nvPr/>
        </p:nvCxnSpPr>
        <p:spPr>
          <a:xfrm>
            <a:off x="2888343" y="3802743"/>
            <a:ext cx="0" cy="5950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AC9C915D-4D14-F7CE-5D8A-5EBB812416F1}"/>
              </a:ext>
            </a:extLst>
          </p:cNvPr>
          <p:cNvCxnSpPr/>
          <p:nvPr/>
        </p:nvCxnSpPr>
        <p:spPr>
          <a:xfrm>
            <a:off x="2888343" y="2902857"/>
            <a:ext cx="0" cy="5261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80991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C2692-D575-430C-DF3A-B4996A2F7FED}"/>
              </a:ext>
            </a:extLst>
          </p:cNvPr>
          <p:cNvSpPr>
            <a:spLocks noGrp="1"/>
          </p:cNvSpPr>
          <p:nvPr>
            <p:ph type="title"/>
          </p:nvPr>
        </p:nvSpPr>
        <p:spPr>
          <a:xfrm>
            <a:off x="280261" y="1"/>
            <a:ext cx="5409339" cy="735498"/>
          </a:xfrm>
        </p:spPr>
        <p:txBody>
          <a:bodyPr>
            <a:normAutofit fontScale="90000"/>
          </a:bodyPr>
          <a:lstStyle/>
          <a:p>
            <a:r>
              <a:rPr lang="en-US" b="1" dirty="0"/>
              <a:t>Flask Deployment</a:t>
            </a:r>
            <a:br>
              <a:rPr lang="en-US" b="1" dirty="0"/>
            </a:br>
            <a:endParaRPr lang="en-US" dirty="0"/>
          </a:p>
        </p:txBody>
      </p:sp>
      <p:sp>
        <p:nvSpPr>
          <p:cNvPr id="3" name="Subtitle 2">
            <a:extLst>
              <a:ext uri="{FF2B5EF4-FFF2-40B4-BE49-F238E27FC236}">
                <a16:creationId xmlns:a16="http://schemas.microsoft.com/office/drawing/2014/main" id="{9C4AE00E-0D33-B16F-61E3-F027AA43CEAB}"/>
              </a:ext>
            </a:extLst>
          </p:cNvPr>
          <p:cNvSpPr>
            <a:spLocks noGrp="1"/>
          </p:cNvSpPr>
          <p:nvPr>
            <p:ph type="subTitle" idx="1"/>
          </p:nvPr>
        </p:nvSpPr>
        <p:spPr>
          <a:xfrm>
            <a:off x="301751" y="595086"/>
            <a:ext cx="7235954" cy="6487885"/>
          </a:xfrm>
        </p:spPr>
        <p:txBody>
          <a:bodyPr/>
          <a:lstStyle/>
          <a:p>
            <a:r>
              <a:rPr lang="en-US" b="1"/>
              <a:t>Flask Deployment</a:t>
            </a:r>
            <a:endParaRPr lang="en-US" dirty="0"/>
          </a:p>
          <a:p>
            <a:r>
              <a:rPr lang="en-US" dirty="0"/>
              <a:t>From analysis to application</a:t>
            </a:r>
          </a:p>
          <a:p>
            <a:r>
              <a:rPr lang="en-US" dirty="0"/>
              <a:t>Objective: Develop a web application that demonstrates how machine learning can predict HIV treatment outcomes.</a:t>
            </a:r>
          </a:p>
          <a:p>
            <a:r>
              <a:rPr lang="en-US" dirty="0"/>
              <a:t>Application inputs</a:t>
            </a:r>
          </a:p>
          <a:p>
            <a:pPr lvl="0"/>
            <a:r>
              <a:rPr lang="en-US" dirty="0"/>
              <a:t>Patient demographic information</a:t>
            </a:r>
          </a:p>
          <a:p>
            <a:pPr lvl="0"/>
            <a:r>
              <a:rPr lang="en-US" dirty="0"/>
              <a:t>ART and treatment details</a:t>
            </a:r>
          </a:p>
          <a:p>
            <a:pPr lvl="0"/>
            <a:r>
              <a:rPr lang="en-US" dirty="0"/>
              <a:t>Adherence level and clinic visits</a:t>
            </a:r>
          </a:p>
          <a:p>
            <a:pPr lvl="0"/>
            <a:r>
              <a:rPr lang="en-US" dirty="0"/>
              <a:t>WHO stage and other selected clinical features</a:t>
            </a:r>
          </a:p>
          <a:p>
            <a:r>
              <a:rPr lang="en-US" dirty="0"/>
              <a:t>Model predictions</a:t>
            </a:r>
          </a:p>
          <a:p>
            <a:pPr lvl="0"/>
            <a:r>
              <a:rPr lang="en-US" dirty="0"/>
              <a:t>Expected viral load suppression status</a:t>
            </a:r>
          </a:p>
          <a:p>
            <a:pPr lvl="0"/>
            <a:r>
              <a:rPr lang="en-US" dirty="0"/>
              <a:t>Estimated CD4 count</a:t>
            </a:r>
          </a:p>
          <a:p>
            <a:r>
              <a:rPr lang="en-US" dirty="0"/>
              <a:t>Technology: Python, Flask and trained machine learning models.</a:t>
            </a:r>
          </a:p>
        </p:txBody>
      </p:sp>
      <mc:AlternateContent xmlns:mc="http://schemas.openxmlformats.org/markup-compatibility/2006">
        <mc:Choice xmlns:pslz="http://schemas.microsoft.com/office/powerpoint/2016/slidezoom" Requires="pslz">
          <p:graphicFrame>
            <p:nvGraphicFramePr>
              <p:cNvPr id="5" name="Slide Zoom 4">
                <a:extLst>
                  <a:ext uri="{FF2B5EF4-FFF2-40B4-BE49-F238E27FC236}">
                    <a16:creationId xmlns:a16="http://schemas.microsoft.com/office/drawing/2014/main" id="{10E04339-CE52-21FA-215C-5F1F7C1DC183}"/>
                  </a:ext>
                </a:extLst>
              </p:cNvPr>
              <p:cNvGraphicFramePr>
                <a:graphicFrameLocks noChangeAspect="1"/>
              </p:cNvGraphicFramePr>
              <p:nvPr>
                <p:extLst>
                  <p:ext uri="{D42A27DB-BD31-4B8C-83A1-F6EECF244321}">
                    <p14:modId xmlns:p14="http://schemas.microsoft.com/office/powerpoint/2010/main" val="685786644"/>
                  </p:ext>
                </p:extLst>
              </p:nvPr>
            </p:nvGraphicFramePr>
            <p:xfrm>
              <a:off x="-2830286" y="830036"/>
              <a:ext cx="3048000" cy="1714500"/>
            </p:xfrm>
            <a:graphic>
              <a:graphicData uri="http://schemas.microsoft.com/office/powerpoint/2016/slidezoom">
                <pslz:sldZm>
                  <pslz:sldZmObj sldId="265" cId="2807837948">
                    <pslz:zmPr id="{9D3FB4DD-CDAF-4843-AB39-1FAEB1286803}" returnToParent="0" transitionDur="1000">
                      <p166:blipFill xmlns:p166="http://schemas.microsoft.com/office/powerpoint/2016/6/main">
                        <a:blip r:embed="rId2"/>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p:pic>
            <p:nvPicPr>
              <p:cNvPr id="5" name="Slide Zoom 4">
                <a:hlinkClick r:id="rId3" action="ppaction://hlinksldjump"/>
                <a:extLst>
                  <a:ext uri="{FF2B5EF4-FFF2-40B4-BE49-F238E27FC236}">
                    <a16:creationId xmlns:a16="http://schemas.microsoft.com/office/drawing/2014/main" id="{10E04339-CE52-21FA-215C-5F1F7C1DC183}"/>
                  </a:ext>
                </a:extLst>
              </p:cNvPr>
              <p:cNvPicPr>
                <a:picLocks noGrp="1" noRot="1" noChangeAspect="1" noMove="1" noResize="1" noEditPoints="1" noAdjustHandles="1" noChangeArrowheads="1" noChangeShapeType="1"/>
              </p:cNvPicPr>
              <p:nvPr/>
            </p:nvPicPr>
            <p:blipFill>
              <a:blip r:embed="rId2"/>
              <a:stretch>
                <a:fillRect/>
              </a:stretch>
            </p:blipFill>
            <p:spPr>
              <a:xfrm>
                <a:off x="-2830286" y="830036"/>
                <a:ext cx="3048000" cy="1714500"/>
              </a:xfrm>
              <a:prstGeom prst="rect">
                <a:avLst/>
              </a:prstGeom>
              <a:ln w="3175">
                <a:solidFill>
                  <a:prstClr val="ltGray"/>
                </a:solidFill>
              </a:ln>
            </p:spPr>
          </p:pic>
        </mc:Fallback>
      </mc:AlternateContent>
    </p:spTree>
    <p:extLst>
      <p:ext uri="{BB962C8B-B14F-4D97-AF65-F5344CB8AC3E}">
        <p14:creationId xmlns:p14="http://schemas.microsoft.com/office/powerpoint/2010/main" val="28078379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5C2F0-D76B-547B-D4C1-121C9FCAC503}"/>
              </a:ext>
            </a:extLst>
          </p:cNvPr>
          <p:cNvSpPr>
            <a:spLocks noGrp="1"/>
          </p:cNvSpPr>
          <p:nvPr>
            <p:ph type="title"/>
          </p:nvPr>
        </p:nvSpPr>
        <p:spPr>
          <a:xfrm>
            <a:off x="274320" y="1133214"/>
            <a:ext cx="7926251" cy="913300"/>
          </a:xfrm>
        </p:spPr>
        <p:txBody>
          <a:bodyPr/>
          <a:lstStyle/>
          <a:p>
            <a:r>
              <a:rPr lang="en-US" dirty="0"/>
              <a:t>Machine Learning Approach</a:t>
            </a:r>
          </a:p>
        </p:txBody>
      </p:sp>
      <p:sp>
        <p:nvSpPr>
          <p:cNvPr id="3" name="Subtitle 2">
            <a:extLst>
              <a:ext uri="{FF2B5EF4-FFF2-40B4-BE49-F238E27FC236}">
                <a16:creationId xmlns:a16="http://schemas.microsoft.com/office/drawing/2014/main" id="{D58546BA-2FBD-EDE3-5301-F54016E2B7A6}"/>
              </a:ext>
            </a:extLst>
          </p:cNvPr>
          <p:cNvSpPr>
            <a:spLocks noGrp="1"/>
          </p:cNvSpPr>
          <p:nvPr>
            <p:ph type="subTitle" idx="1"/>
          </p:nvPr>
        </p:nvSpPr>
        <p:spPr>
          <a:xfrm>
            <a:off x="301751" y="1915886"/>
            <a:ext cx="7235954" cy="4206616"/>
          </a:xfrm>
        </p:spPr>
        <p:txBody>
          <a:bodyPr/>
          <a:lstStyle/>
          <a:p>
            <a:r>
              <a:rPr lang="en-US" b="1" dirty="0"/>
              <a:t>Machine Learning Models</a:t>
            </a:r>
          </a:p>
          <a:p>
            <a:r>
              <a:rPr lang="en-US" dirty="0"/>
              <a:t>Classification</a:t>
            </a:r>
          </a:p>
          <a:p>
            <a:r>
              <a:rPr lang="en-US" dirty="0"/>
              <a:t>Target: Viral load suppression status</a:t>
            </a:r>
          </a:p>
          <a:p>
            <a:r>
              <a:rPr lang="en-US" dirty="0"/>
              <a:t>Models tested: use the actual model names from your notebook.</a:t>
            </a:r>
          </a:p>
          <a:p>
            <a:r>
              <a:rPr lang="en-US" dirty="0"/>
              <a:t>Regression</a:t>
            </a:r>
          </a:p>
          <a:p>
            <a:r>
              <a:rPr lang="en-US" dirty="0"/>
              <a:t>Target: CD4 count</a:t>
            </a:r>
          </a:p>
          <a:p>
            <a:r>
              <a:rPr lang="en-US" dirty="0"/>
              <a:t>Models tested: use the actual model names from your notebook.</a:t>
            </a:r>
          </a:p>
          <a:p>
            <a:r>
              <a:rPr lang="en-US" dirty="0"/>
              <a:t>Visual: two columns showing the models used for each task, without repeating the preparation workflow.</a:t>
            </a:r>
          </a:p>
          <a:p>
            <a:endParaRPr lang="en-US" dirty="0"/>
          </a:p>
        </p:txBody>
      </p:sp>
    </p:spTree>
    <p:extLst>
      <p:ext uri="{BB962C8B-B14F-4D97-AF65-F5344CB8AC3E}">
        <p14:creationId xmlns:p14="http://schemas.microsoft.com/office/powerpoint/2010/main" val="12114425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7DD1E-4684-9DCF-D836-92C65046C6A7}"/>
              </a:ext>
            </a:extLst>
          </p:cNvPr>
          <p:cNvSpPr>
            <a:spLocks noGrp="1"/>
          </p:cNvSpPr>
          <p:nvPr>
            <p:ph type="title"/>
          </p:nvPr>
        </p:nvSpPr>
        <p:spPr>
          <a:xfrm>
            <a:off x="274320" y="1133214"/>
            <a:ext cx="8129451" cy="771276"/>
          </a:xfrm>
        </p:spPr>
        <p:txBody>
          <a:bodyPr/>
          <a:lstStyle/>
          <a:p>
            <a:r>
              <a:rPr lang="en-US" dirty="0"/>
              <a:t>Model Evaluation and Results</a:t>
            </a:r>
          </a:p>
        </p:txBody>
      </p:sp>
      <p:sp>
        <p:nvSpPr>
          <p:cNvPr id="3" name="Subtitle 2">
            <a:extLst>
              <a:ext uri="{FF2B5EF4-FFF2-40B4-BE49-F238E27FC236}">
                <a16:creationId xmlns:a16="http://schemas.microsoft.com/office/drawing/2014/main" id="{BAD7FCF9-1085-736F-7575-95B417276D4E}"/>
              </a:ext>
            </a:extLst>
          </p:cNvPr>
          <p:cNvSpPr>
            <a:spLocks noGrp="1"/>
          </p:cNvSpPr>
          <p:nvPr>
            <p:ph type="subTitle" idx="1"/>
          </p:nvPr>
        </p:nvSpPr>
        <p:spPr>
          <a:xfrm>
            <a:off x="145143" y="1904489"/>
            <a:ext cx="7235954" cy="4351167"/>
          </a:xfrm>
        </p:spPr>
        <p:txBody>
          <a:bodyPr/>
          <a:lstStyle/>
          <a:p>
            <a:r>
              <a:rPr lang="en-US" dirty="0"/>
              <a:t>Classification</a:t>
            </a:r>
          </a:p>
          <a:p>
            <a:r>
              <a:rPr lang="en-US" b="1" dirty="0"/>
              <a:t>87.90%</a:t>
            </a:r>
          </a:p>
          <a:p>
            <a:r>
              <a:rPr lang="en-US" dirty="0"/>
              <a:t>Test accuracy — Random Forest</a:t>
            </a:r>
          </a:p>
          <a:p>
            <a:r>
              <a:rPr lang="en-US" dirty="0"/>
              <a:t>Regression</a:t>
            </a:r>
          </a:p>
          <a:p>
            <a:r>
              <a:rPr lang="en-US" b="1" dirty="0"/>
              <a:t>To verify</a:t>
            </a:r>
          </a:p>
          <a:p>
            <a:r>
              <a:rPr lang="en-US" dirty="0"/>
              <a:t>CD4 count estimation metrics</a:t>
            </a:r>
          </a:p>
          <a:p>
            <a:r>
              <a:rPr lang="en-US" dirty="0"/>
              <a:t>Evaluation metrics</a:t>
            </a:r>
          </a:p>
          <a:p>
            <a:pPr lvl="0"/>
            <a:r>
              <a:rPr lang="en-US" dirty="0"/>
              <a:t>Classification: accuracy, precision, recall, F1-score and confusion matrix, where available.</a:t>
            </a:r>
          </a:p>
          <a:p>
            <a:pPr lvl="0"/>
            <a:r>
              <a:rPr lang="en-US" dirty="0"/>
              <a:t>Regression: MAE, RMSE and \(R^2\), where available.</a:t>
            </a:r>
          </a:p>
          <a:p>
            <a:pPr lvl="0"/>
            <a:r>
              <a:rPr lang="en-US" dirty="0"/>
              <a:t>The classification accuracy is based on the result previously discussed</a:t>
            </a:r>
          </a:p>
          <a:p>
            <a:endParaRPr lang="en-US" dirty="0"/>
          </a:p>
        </p:txBody>
      </p:sp>
    </p:spTree>
    <p:extLst>
      <p:ext uri="{BB962C8B-B14F-4D97-AF65-F5344CB8AC3E}">
        <p14:creationId xmlns:p14="http://schemas.microsoft.com/office/powerpoint/2010/main" val="500349135"/>
      </p:ext>
    </p:extLst>
  </p:cSld>
  <p:clrMapOvr>
    <a:masterClrMapping/>
  </p:clrMapOvr>
</p:sld>
</file>

<file path=ppt/theme/theme1.xml><?xml version="1.0" encoding="utf-8"?>
<a:theme xmlns:a="http://schemas.openxmlformats.org/drawingml/2006/main" name="Dark Gradient">
  <a:themeElements>
    <a:clrScheme name="Dark Gradient">
      <a:dk1>
        <a:sysClr val="windowText" lastClr="000000"/>
      </a:dk1>
      <a:lt1>
        <a:sysClr val="window" lastClr="FFFFFF"/>
      </a:lt1>
      <a:dk2>
        <a:srgbClr val="0B0C12"/>
      </a:dk2>
      <a:lt2>
        <a:srgbClr val="ECF0FB"/>
      </a:lt2>
      <a:accent1>
        <a:srgbClr val="4970FF"/>
      </a:accent1>
      <a:accent2>
        <a:srgbClr val="712ED5"/>
      </a:accent2>
      <a:accent3>
        <a:srgbClr val="00C4B6"/>
      </a:accent3>
      <a:accent4>
        <a:srgbClr val="3633D1"/>
      </a:accent4>
      <a:accent5>
        <a:srgbClr val="4AB1FE"/>
      </a:accent5>
      <a:accent6>
        <a:srgbClr val="9E2FD5"/>
      </a:accent6>
      <a:hlink>
        <a:srgbClr val="4970FF"/>
      </a:hlink>
      <a:folHlink>
        <a:srgbClr val="8E24FF"/>
      </a:folHlink>
    </a:clrScheme>
    <a:fontScheme name="Custom 53">
      <a:majorFont>
        <a:latin typeface="Arial Nova Ligh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rk gradient" id="{E11C298A-C952-4C7C-AD82-FDE632A020A2}" vid="{C429265E-EED5-40F2-8F51-E02F8E47A7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Dark Gradient</Template>
  <TotalTime>561</TotalTime>
  <Words>626</Words>
  <Application>Microsoft Office PowerPoint</Application>
  <PresentationFormat>Widescreen</PresentationFormat>
  <Paragraphs>98</Paragraphs>
  <Slides>10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Arial</vt:lpstr>
      <vt:lpstr>Arial Nova Light</vt:lpstr>
      <vt:lpstr>Dark Gradient</vt:lpstr>
      <vt:lpstr>HIV Treatment Outcomes Analysis and Prediction</vt:lpstr>
      <vt:lpstr>Project Overview</vt:lpstr>
      <vt:lpstr>Problem Statement and Objectives</vt:lpstr>
      <vt:lpstr>Dataset Overview</vt:lpstr>
      <vt:lpstr>Data Cleaning and Preparation</vt:lpstr>
      <vt:lpstr>Exploratory Data Analysis</vt:lpstr>
      <vt:lpstr>Feature Engineering &amp; Model Preparation</vt:lpstr>
      <vt:lpstr>Flask Deployment </vt:lpstr>
      <vt:lpstr>Machine Learning Approach</vt:lpstr>
      <vt:lpstr>Model Evaluation and Results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lorna kemboi</dc:creator>
  <cp:lastModifiedBy>Marsha Chebet</cp:lastModifiedBy>
  <cp:revision>2</cp:revision>
  <dcterms:created xsi:type="dcterms:W3CDTF">2026-10-21T21:03:54Z</dcterms:created>
  <dcterms:modified xsi:type="dcterms:W3CDTF">2026-10-22T14:23:43Z</dcterms:modified>
</cp:coreProperties>
</file>